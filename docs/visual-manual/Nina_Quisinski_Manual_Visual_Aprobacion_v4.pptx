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97177f09564e95" /><Relationship Type="http://schemas.openxmlformats.org/officeDocument/2006/relationships/extended-properties" Target="/docProps/app.xml" Id="R3a780df07dee4cee" /><Relationship Type="http://schemas.openxmlformats.org/officeDocument/2006/relationships/officeDocument" Target="/ppt/presentation.xml" Id="R067323b072f24a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a416e4638a4aa8"/>
  </p:sldMasterIdLst>
  <p:notesMasterIdLst>
    <p:notesMasterId xmlns:r="http://schemas.openxmlformats.org/officeDocument/2006/relationships" r:id="Rb7f3689bcd584bf6"/>
  </p:notesMasterIdLst>
  <p:sldIdLst>
    <p:sldId xmlns:r="http://schemas.openxmlformats.org/officeDocument/2006/relationships" id="256" r:id="R353027208ee34543"/>
    <p:sldId xmlns:r="http://schemas.openxmlformats.org/officeDocument/2006/relationships" id="257" r:id="Rf89188d22a2d449d"/>
    <p:sldId xmlns:r="http://schemas.openxmlformats.org/officeDocument/2006/relationships" id="258" r:id="Rb85c46c6f213401b"/>
    <p:sldId xmlns:r="http://schemas.openxmlformats.org/officeDocument/2006/relationships" id="259" r:id="R6a51151f345e4359"/>
    <p:sldId xmlns:r="http://schemas.openxmlformats.org/officeDocument/2006/relationships" id="260" r:id="Readf57d73a4a4307"/>
    <p:sldId xmlns:r="http://schemas.openxmlformats.org/officeDocument/2006/relationships" id="261" r:id="Re6822cea7e9b40ae"/>
    <p:sldId xmlns:r="http://schemas.openxmlformats.org/officeDocument/2006/relationships" id="262" r:id="R88587aef2a7e4c55"/>
    <p:sldId xmlns:r="http://schemas.openxmlformats.org/officeDocument/2006/relationships" id="263" r:id="R16a09d1cb4a24a77"/>
    <p:sldId xmlns:r="http://schemas.openxmlformats.org/officeDocument/2006/relationships" id="264" r:id="R334dfdeb74e0408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a0681660e445f1" /><Relationship Type="http://schemas.openxmlformats.org/officeDocument/2006/relationships/slideMaster" Target="/ppt/slideMasters/slideMaster1.xml" Id="R8ca416e4638a4aa8" /><Relationship Type="http://schemas.openxmlformats.org/officeDocument/2006/relationships/notesMaster" Target="/ppt/notesMasters/notesMaster1.xml" Id="Rb7f3689bcd584bf6" /><Relationship Type="http://schemas.openxmlformats.org/officeDocument/2006/relationships/presProps" Target="/ppt/presProps.xml" Id="R7ad073680c844bab" /><Relationship Type="http://schemas.openxmlformats.org/officeDocument/2006/relationships/tableStyles" Target="/ppt/tableStyles.xml" Id="Raf43ae0a1d944ec7" /><Relationship Type="http://schemas.openxmlformats.org/officeDocument/2006/relationships/slide" Target="/ppt/slides/slide1.xml" Id="R353027208ee34543" /><Relationship Type="http://schemas.openxmlformats.org/officeDocument/2006/relationships/slide" Target="/ppt/slides/slide2.xml" Id="Rf89188d22a2d449d" /><Relationship Type="http://schemas.openxmlformats.org/officeDocument/2006/relationships/slide" Target="/ppt/slides/slide3.xml" Id="Rb85c46c6f213401b" /><Relationship Type="http://schemas.openxmlformats.org/officeDocument/2006/relationships/slide" Target="/ppt/slides/slide4.xml" Id="R6a51151f345e4359" /><Relationship Type="http://schemas.openxmlformats.org/officeDocument/2006/relationships/slide" Target="/ppt/slides/slide5.xml" Id="Readf57d73a4a4307" /><Relationship Type="http://schemas.openxmlformats.org/officeDocument/2006/relationships/slide" Target="/ppt/slides/slide6.xml" Id="Re6822cea7e9b40ae" /><Relationship Type="http://schemas.openxmlformats.org/officeDocument/2006/relationships/slide" Target="/ppt/slides/slide7.xml" Id="R88587aef2a7e4c55" /><Relationship Type="http://schemas.openxmlformats.org/officeDocument/2006/relationships/slide" Target="/ppt/slides/slide8.xml" Id="R16a09d1cb4a24a77" /><Relationship Type="http://schemas.openxmlformats.org/officeDocument/2006/relationships/slide" Target="/ppt/slides/slide9.xml" Id="R334dfdeb74e040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94cfcbed3b48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2ec72ea22949d2" /><Relationship Type="http://schemas.openxmlformats.org/officeDocument/2006/relationships/notesMaster" Target="/ppt/notesMasters/notesMaster1.xml" Id="R44508431863b41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6e1d1561494517" /><Relationship Type="http://schemas.openxmlformats.org/officeDocument/2006/relationships/notesMaster" Target="/ppt/notesMasters/notesMaster1.xml" Id="Ra062f6b3716e45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793c8408b248d3" /><Relationship Type="http://schemas.openxmlformats.org/officeDocument/2006/relationships/notesMaster" Target="/ppt/notesMasters/notesMaster1.xml" Id="R5cb98336b33c48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52d81070084334" /><Relationship Type="http://schemas.openxmlformats.org/officeDocument/2006/relationships/notesMaster" Target="/ppt/notesMasters/notesMaster1.xml" Id="Rde37c97028f145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d3d219fce14dc3" /><Relationship Type="http://schemas.openxmlformats.org/officeDocument/2006/relationships/notesMaster" Target="/ppt/notesMasters/notesMaster1.xml" Id="R01d67d7c20dd4f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a12131bf3c4ed5" /><Relationship Type="http://schemas.openxmlformats.org/officeDocument/2006/relationships/notesMaster" Target="/ppt/notesMasters/notesMaster1.xml" Id="Rd8a20a04a1bf4e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df575add9c40f6" /><Relationship Type="http://schemas.openxmlformats.org/officeDocument/2006/relationships/notesMaster" Target="/ppt/notesMasters/notesMaster1.xml" Id="R49ab15ffaa3c47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69031e037c476a" /><Relationship Type="http://schemas.openxmlformats.org/officeDocument/2006/relationships/notesMaster" Target="/ppt/notesMasters/notesMaster1.xml" Id="R7d4bad5966814c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6c73e0b36fb4fc6" /><Relationship Type="http://schemas.openxmlformats.org/officeDocument/2006/relationships/notesMaster" Target="/ppt/notesMasters/notesMaster1.xml" Id="R68201cb1ad3f4e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95968465c74e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da01a824224758" /><Relationship Type="http://schemas.openxmlformats.org/officeDocument/2006/relationships/slideLayout" Target="/ppt/slideLayouts/slideLayout1.xml" Id="R50527667c53a41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527667c53a41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7f8bd9d26441c" /><Relationship Type="http://schemas.openxmlformats.org/officeDocument/2006/relationships/image" Target="/ppt/media/image.bin" Id="R54f30861e8934c57" /><Relationship Type="http://schemas.openxmlformats.org/officeDocument/2006/relationships/notesSlide" Target="/ppt/notesSlides/notesSlide1.xml" Id="R1ae89ce286364a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dfcc805c24e11" /><Relationship Type="http://schemas.openxmlformats.org/officeDocument/2006/relationships/image" Target="/ppt/media/image.jpeg" Id="R67031e617e954403" /><Relationship Type="http://schemas.openxmlformats.org/officeDocument/2006/relationships/image" Target="/ppt/media/image2.bin" Id="Rba489c5569504568" /><Relationship Type="http://schemas.openxmlformats.org/officeDocument/2006/relationships/image" Target="/ppt/media/image3.bin" Id="R13753b3daa714191" /><Relationship Type="http://schemas.openxmlformats.org/officeDocument/2006/relationships/notesSlide" Target="/ppt/notesSlides/notesSlide2.xml" Id="R2a25eee7e39e4f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6f3c0c156f419f" /><Relationship Type="http://schemas.openxmlformats.org/officeDocument/2006/relationships/image" Target="/ppt/media/image2.jpeg" Id="R6171c73d0a264ee4" /><Relationship Type="http://schemas.openxmlformats.org/officeDocument/2006/relationships/notesSlide" Target="/ppt/notesSlides/notesSlide3.xml" Id="Rb9534e139df34b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5e4f9e9ad4462e" /><Relationship Type="http://schemas.openxmlformats.org/officeDocument/2006/relationships/image" Target="/ppt/media/image4.bin" Id="Rac894741306045c2" /><Relationship Type="http://schemas.openxmlformats.org/officeDocument/2006/relationships/notesSlide" Target="/ppt/notesSlides/notesSlide4.xml" Id="Rd1e7997e6c4549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f1f13b5b4442e6" /><Relationship Type="http://schemas.openxmlformats.org/officeDocument/2006/relationships/image" Target="/ppt/media/image5.bin" Id="R45a93a0ee87f4381" /><Relationship Type="http://schemas.openxmlformats.org/officeDocument/2006/relationships/notesSlide" Target="/ppt/notesSlides/notesSlide5.xml" Id="R90001f0f185f43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97536e6a8c45c4" /><Relationship Type="http://schemas.openxmlformats.org/officeDocument/2006/relationships/image" Target="/ppt/media/image3.jpeg" Id="R99e20aeaa6304ed3" /><Relationship Type="http://schemas.openxmlformats.org/officeDocument/2006/relationships/notesSlide" Target="/ppt/notesSlides/notesSlide6.xml" Id="Rda1b8ae4df8c41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38350179c490b" /><Relationship Type="http://schemas.openxmlformats.org/officeDocument/2006/relationships/image" Target="/ppt/media/image4.jpeg" Id="R4010fa95b8d9460f" /><Relationship Type="http://schemas.openxmlformats.org/officeDocument/2006/relationships/notesSlide" Target="/ppt/notesSlides/notesSlide7.xml" Id="Rde24a21b5ddf47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625a411e704405" /><Relationship Type="http://schemas.openxmlformats.org/officeDocument/2006/relationships/notesSlide" Target="/ppt/notesSlides/notesSlide8.xml" Id="R362c03b9555947a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6b78c1355a4954" /><Relationship Type="http://schemas.openxmlformats.org/officeDocument/2006/relationships/image" Target="/ppt/media/image5.jpeg" Id="R5749ba739268451a" /><Relationship Type="http://schemas.openxmlformats.org/officeDocument/2006/relationships/notesSlide" Target="/ppt/notesSlides/notesSlide9.xml" Id="R2e58c01fcdaa43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14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f30861e8934c57"/>
          <a:srcRect xmlns:a="http://schemas.openxmlformats.org/drawingml/2006/main" l="13889" t="0" r="138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overlay">
            <a:extLst xmlns:a="http://schemas.openxmlformats.org/drawingml/2006/main">
              <a:ext uri="{FF2B5EF4-FFF2-40B4-BE49-F238E27FC236}">
                <a16:creationId xmlns:a16="http://schemas.microsoft.com/office/drawing/2014/main" id="{26CE5FAC-8DFB-4C1B-8CBE-1A6E7BFE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12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label-Dirección 04 · Gate de aprobación">
            <a:extLst xmlns:a="http://schemas.openxmlformats.org/drawingml/2006/main">
              <a:ext uri="{FF2B5EF4-FFF2-40B4-BE49-F238E27FC236}">
                <a16:creationId xmlns:a16="http://schemas.microsoft.com/office/drawing/2014/main" id="{668525BE-63FE-4FEA-B533-24165741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49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B49A70"/>
                </a:solidFill>
                <a:latin typeface="Helvetica Neue"/>
                <a:ea typeface="Helvetica Neue"/>
                <a:cs typeface="Helvetica Neue"/>
              </a:rPr>
              <a:t>DIRECCIÓN 04 · GATE DE APROBACIÓN</a:t>
            </a:r>
          </a:p>
        </p:txBody>
      </p:sp>
      <p:sp>
        <p:nvSpPr>
          <p:cNvPr id="4" name="cover-nina">
            <a:extLst xmlns:a="http://schemas.openxmlformats.org/drawingml/2006/main">
              <a:ext uri="{FF2B5EF4-FFF2-40B4-BE49-F238E27FC236}">
                <a16:creationId xmlns:a16="http://schemas.microsoft.com/office/drawing/2014/main" id="{623CA25D-71F8-4FC2-8B27-5D6D0C87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FD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FFFDFA"/>
                </a:solidFill>
                <a:latin typeface="Helvetica Neue"/>
                <a:ea typeface="Helvetica Neue"/>
                <a:cs typeface="Helvetica Neue"/>
              </a:rPr>
              <a:t>NINA</a:t>
            </a:r>
          </a:p>
        </p:txBody>
      </p:sp>
      <p:sp>
        <p:nvSpPr>
          <p:cNvPr id="5" name="cover-quisinski">
            <a:extLst xmlns:a="http://schemas.openxmlformats.org/drawingml/2006/main">
              <a:ext uri="{FF2B5EF4-FFF2-40B4-BE49-F238E27FC236}">
                <a16:creationId xmlns:a16="http://schemas.microsoft.com/office/drawing/2014/main" id="{FCD4C1DD-27C0-4712-8650-6D86A1AD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550" b="0" i="0">
                <a:solidFill>
                  <a:srgbClr val="FFFDFA"/>
                </a:solidFill>
                <a:latin typeface="Didot"/>
                <a:ea typeface="Didot"/>
                <a:cs typeface="Didot"/>
              </a:defRPr>
            </a:pPr>
            <a:r>
              <a:rPr sz="5550" b="0" i="0">
                <a:solidFill>
                  <a:srgbClr val="FFFDFA"/>
                </a:solidFill>
                <a:latin typeface="Didot"/>
                <a:ea typeface="Didot"/>
                <a:cs typeface="Didot"/>
              </a:rPr>
              <a:t>QUISINSKI</a:t>
            </a:r>
          </a:p>
        </p:txBody>
      </p:sp>
      <p:sp>
        <p:nvSpPr>
          <p:cNvPr id="6" name="cover-concept">
            <a:extLst xmlns:a="http://schemas.openxmlformats.org/drawingml/2006/main">
              <a:ext uri="{FF2B5EF4-FFF2-40B4-BE49-F238E27FC236}">
                <a16:creationId xmlns:a16="http://schemas.microsoft.com/office/drawing/2014/main" id="{A13E751A-B33A-4C52-9088-AF20113E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5810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0" i="1">
                <a:solidFill>
                  <a:srgbClr val="B49A70"/>
                </a:solidFill>
                <a:latin typeface="Didot"/>
                <a:ea typeface="Didot"/>
                <a:cs typeface="Didot"/>
              </a:defRPr>
            </a:pPr>
            <a:r>
              <a:rPr sz="2325" b="0" i="1">
                <a:solidFill>
                  <a:srgbClr val="B49A70"/>
                </a:solidFill>
                <a:latin typeface="Didot"/>
                <a:ea typeface="Didot"/>
                <a:cs typeface="Didot"/>
              </a:rPr>
              <a:t>Autoridad editorial.</a:t>
            </a:r>
          </a:p>
          <a:p xmlns:a="http://schemas.openxmlformats.org/drawingml/2006/main">
            <a:pPr algn="l">
              <a:defRPr sz="2325" b="0" i="1">
                <a:solidFill>
                  <a:srgbClr val="B49A70"/>
                </a:solidFill>
                <a:latin typeface="Didot"/>
                <a:ea typeface="Didot"/>
                <a:cs typeface="Didot"/>
              </a:defRPr>
            </a:pPr>
            <a:r>
              <a:rPr sz="2325" b="0" i="1">
                <a:solidFill>
                  <a:srgbClr val="B49A70"/>
                </a:solidFill>
                <a:latin typeface="Didot"/>
                <a:ea typeface="Didot"/>
                <a:cs typeface="Didot"/>
              </a:rPr>
              <a:t>Poder institucional silencioso.</a:t>
            </a:r>
          </a:p>
        </p:txBody>
      </p:sp>
      <p:sp>
        <p:nvSpPr>
          <p:cNvPr id="7" name="cover-date">
            <a:extLst xmlns:a="http://schemas.openxmlformats.org/drawingml/2006/main">
              <a:ext uri="{FF2B5EF4-FFF2-40B4-BE49-F238E27FC236}">
                <a16:creationId xmlns:a16="http://schemas.microsoft.com/office/drawing/2014/main" id="{EC2169FA-3D22-4EE7-B17E-430838C9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8AD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A8ADAD"/>
                </a:solidFill>
                <a:latin typeface="Helvetica Neue"/>
                <a:ea typeface="Helvetica Neue"/>
                <a:cs typeface="Helvetica Neue"/>
              </a:rPr>
              <a:t>Manual visual para aprobación · 22 JUL 2026</a:t>
            </a:r>
          </a:p>
        </p:txBody>
      </p:sp>
      <p:sp>
        <p:nvSpPr>
          <p:cNvPr id="8" name="cover-ref">
            <a:extLst xmlns:a="http://schemas.openxmlformats.org/drawingml/2006/main">
              <a:ext uri="{FF2B5EF4-FFF2-40B4-BE49-F238E27FC236}">
                <a16:creationId xmlns:a16="http://schemas.microsoft.com/office/drawing/2014/main" id="{A59CCB6F-6B34-4D5E-857D-F3448ED9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1912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B49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B49A70"/>
                </a:solidFill>
                <a:latin typeface="Helvetica Neue"/>
                <a:ea typeface="Helvetica Neue"/>
                <a:cs typeface="Helvetica Neue"/>
              </a:rPr>
              <a:t>R03</a:t>
            </a:r>
          </a:p>
        </p:txBody>
      </p:sp>
    </p:spTree>
    <p:extLst>
      <p:ext uri="{BB962C8B-B14F-4D97-AF65-F5344CB8AC3E}">
        <p14:creationId xmlns:p14="http://schemas.microsoft.com/office/powerpoint/2010/main" val="3751373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label-La decisión">
            <a:extLst xmlns:a="http://schemas.openxmlformats.org/drawingml/2006/main">
              <a:ext uri="{FF2B5EF4-FFF2-40B4-BE49-F238E27FC236}">
                <a16:creationId xmlns:a16="http://schemas.microsoft.com/office/drawing/2014/main" id="{5F18F7B5-4604-4687-86C7-C15B6AB6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A30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8A3034"/>
                </a:solidFill>
                <a:latin typeface="Helvetica Neue"/>
                <a:ea typeface="Helvetica Neue"/>
                <a:cs typeface="Helvetica Neue"/>
              </a:rPr>
              <a:t>LA DECISIÓN</a:t>
            </a:r>
          </a:p>
        </p:txBody>
      </p:sp>
      <p:sp>
        <p:nvSpPr>
          <p:cNvPr id="2" name="title-No es lujo decorat">
            <a:extLst xmlns:a="http://schemas.openxmlformats.org/drawingml/2006/main">
              <a:ext uri="{FF2B5EF4-FFF2-40B4-BE49-F238E27FC236}">
                <a16:creationId xmlns:a16="http://schemas.microsoft.com/office/drawing/2014/main" id="{711EBEDC-C000-4B96-B1E4-042A38E7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334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0" i="0">
                <a:solidFill>
                  <a:srgbClr val="121416"/>
                </a:solidFill>
                <a:latin typeface="Didot"/>
                <a:ea typeface="Didot"/>
                <a:cs typeface="Didot"/>
              </a:defRPr>
            </a:pPr>
            <a:r>
              <a:rPr sz="3750" b="0" i="0">
                <a:solidFill>
                  <a:srgbClr val="121416"/>
                </a:solidFill>
                <a:latin typeface="Didot"/>
                <a:ea typeface="Didot"/>
                <a:cs typeface="Didot"/>
              </a:rPr>
              <a:t>No es lujo decorativo. Es autoridad editada.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031e617e954403"/>
          <a:srcRect xmlns:a="http://schemas.openxmlformats.org/drawingml/2006/main" l="0" t="22693" r="0" b="226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143125"/>
            <a:ext cx="3238500" cy="314325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489c5569504568"/>
          <a:srcRect xmlns:a="http://schemas.openxmlformats.org/drawingml/2006/main" l="0" t="13479" r="0" b="134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38600" y="2143125"/>
            <a:ext cx="3238500" cy="314325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753b3daa714191"/>
          <a:srcRect xmlns:a="http://schemas.openxmlformats.org/drawingml/2006/main" l="0" t="22714" r="0" b="227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67600" y="2143125"/>
            <a:ext cx="3238500" cy="3143250"/>
          </a:xfrm>
          <a:prstGeom xmlns:a="http://schemas.openxmlformats.org/drawingml/2006/main" prst="rect">
            <a:avLst/>
          </a:prstGeom>
        </p:spPr>
      </p:pic>
      <p:sp>
        <p:nvSpPr>
          <p:cNvPr id="6" name="ref-caption-1">
            <a:extLst xmlns:a="http://schemas.openxmlformats.org/drawingml/2006/main">
              <a:ext uri="{FF2B5EF4-FFF2-40B4-BE49-F238E27FC236}">
                <a16:creationId xmlns:a16="http://schemas.microsoft.com/office/drawing/2014/main" id="{548C4A54-B549-4B35-8572-F7DD95D0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3238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f-caption-2">
            <a:extLst xmlns:a="http://schemas.openxmlformats.org/drawingml/2006/main">
              <a:ext uri="{FF2B5EF4-FFF2-40B4-BE49-F238E27FC236}">
                <a16:creationId xmlns:a16="http://schemas.microsoft.com/office/drawing/2014/main" id="{EE8ED999-AE01-4903-901F-C8281E37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286375"/>
            <a:ext cx="3238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4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f-caption-3">
            <a:extLst xmlns:a="http://schemas.openxmlformats.org/drawingml/2006/main">
              <a:ext uri="{FF2B5EF4-FFF2-40B4-BE49-F238E27FC236}">
                <a16:creationId xmlns:a16="http://schemas.microsoft.com/office/drawing/2014/main" id="{F2A2F290-3D35-441B-B2D8-C15E2A99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286375"/>
            <a:ext cx="3238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30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82-572">
            <a:extLst xmlns:a="http://schemas.openxmlformats.org/drawingml/2006/main">
              <a:ext uri="{FF2B5EF4-FFF2-40B4-BE49-F238E27FC236}">
                <a16:creationId xmlns:a16="http://schemas.microsoft.com/office/drawing/2014/main" id="{51E8AFB0-E003-4071-83E1-FE866474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483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214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121416"/>
                </a:solidFill>
                <a:latin typeface="Helvetica Neue"/>
                <a:ea typeface="Helvetica Neue"/>
                <a:cs typeface="Helvetica Neue"/>
              </a:rPr>
              <a:t>R01 · AIRE EDITORIAL</a:t>
            </a:r>
          </a:p>
        </p:txBody>
      </p:sp>
      <p:sp>
        <p:nvSpPr>
          <p:cNvPr id="10" name="text-442-572">
            <a:extLst xmlns:a="http://schemas.openxmlformats.org/drawingml/2006/main">
              <a:ext uri="{FF2B5EF4-FFF2-40B4-BE49-F238E27FC236}">
                <a16:creationId xmlns:a16="http://schemas.microsoft.com/office/drawing/2014/main" id="{F0355A36-A010-43E8-9674-D71A046A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4483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FD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FFFDFA"/>
                </a:solidFill>
                <a:latin typeface="Helvetica Neue"/>
                <a:ea typeface="Helvetica Neue"/>
                <a:cs typeface="Helvetica Neue"/>
              </a:rPr>
              <a:t>R04 · ESCALA TIPOGRÁFICA</a:t>
            </a:r>
          </a:p>
        </p:txBody>
      </p:sp>
      <p:sp>
        <p:nvSpPr>
          <p:cNvPr id="11" name="text-802-572">
            <a:extLst xmlns:a="http://schemas.openxmlformats.org/drawingml/2006/main">
              <a:ext uri="{FF2B5EF4-FFF2-40B4-BE49-F238E27FC236}">
                <a16:creationId xmlns:a16="http://schemas.microsoft.com/office/drawing/2014/main" id="{9BB81C42-3F8C-4CD8-BAA4-C27D5630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483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FD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FFFDFA"/>
                </a:solidFill>
                <a:latin typeface="Helvetica Neue"/>
                <a:ea typeface="Helvetica Neue"/>
                <a:cs typeface="Helvetica Neue"/>
              </a:rPr>
              <a:t>R07 · AUTORIDAD MODULAR</a:t>
            </a:r>
          </a:p>
        </p:txBody>
      </p:sp>
      <p:sp>
        <p:nvSpPr>
          <p:cNvPr id="12" name="synthesis-statement">
            <a:extLst xmlns:a="http://schemas.openxmlformats.org/drawingml/2006/main">
              <a:ext uri="{FF2B5EF4-FFF2-40B4-BE49-F238E27FC236}">
                <a16:creationId xmlns:a16="http://schemas.microsoft.com/office/drawing/2014/main" id="{F6765F79-92AB-428E-9186-70117C20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173B4B"/>
                </a:solidFill>
                <a:latin typeface="Didot"/>
                <a:ea typeface="Didot"/>
                <a:cs typeface="Didot"/>
              </a:defRPr>
            </a:pPr>
            <a:r>
              <a:rPr sz="1350" b="0" i="1">
                <a:solidFill>
                  <a:srgbClr val="173B4B"/>
                </a:solidFill>
                <a:latin typeface="Didot"/>
                <a:ea typeface="Didot"/>
                <a:cs typeface="Didot"/>
              </a:rPr>
              <a:t>La casa principal sigue siendo institucional. El lenguaje lifestyle entra como edición, no como disfraz.</a:t>
            </a:r>
          </a:p>
        </p:txBody>
      </p:sp>
      <p:sp>
        <p:nvSpPr>
          <p:cNvPr id="13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870E6EEF-51B5-4040-A9D2-7E411294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CE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name-2">
            <a:extLst xmlns:a="http://schemas.openxmlformats.org/drawingml/2006/main">
              <a:ext uri="{FF2B5EF4-FFF2-40B4-BE49-F238E27FC236}">
                <a16:creationId xmlns:a16="http://schemas.microsoft.com/office/drawing/2014/main" id="{9ACD5657-9BB5-4416-9D12-2E4A9B4C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46A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646A6D"/>
                </a:solidFill>
                <a:latin typeface="Helvetica Neue"/>
                <a:ea typeface="Helvetica Neue"/>
                <a:cs typeface="Helvetica Neue"/>
              </a:rPr>
              <a:t>NINA QUISINSKI · MANUAL VISUAL V4</a:t>
            </a:r>
          </a:p>
        </p:txBody>
      </p:sp>
      <p:sp>
        <p:nvSpPr>
          <p:cNvPr id="15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87B808D3-D20E-484A-904B-0F6070DE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646A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646A6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659955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214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romise-field">
            <a:extLst xmlns:a="http://schemas.openxmlformats.org/drawingml/2006/main">
              <a:ext uri="{FF2B5EF4-FFF2-40B4-BE49-F238E27FC236}">
                <a16:creationId xmlns:a16="http://schemas.microsoft.com/office/drawing/2014/main" id="{D3BECCD4-B394-4AE1-84F1-1C996C27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abel-Personalidad de marca">
            <a:extLst xmlns:a="http://schemas.openxmlformats.org/drawingml/2006/main">
              <a:ext uri="{FF2B5EF4-FFF2-40B4-BE49-F238E27FC236}">
                <a16:creationId xmlns:a16="http://schemas.microsoft.com/office/drawing/2014/main" id="{C73A9AD2-306D-4F47-A5E4-F5612A3D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49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B49A70"/>
                </a:solidFill>
                <a:latin typeface="Helvetica Neue"/>
                <a:ea typeface="Helvetica Neue"/>
                <a:cs typeface="Helvetica Neue"/>
              </a:rPr>
              <a:t>PERSONALIDAD DE MARCA</a:t>
            </a:r>
          </a:p>
        </p:txBody>
      </p:sp>
      <p:sp>
        <p:nvSpPr>
          <p:cNvPr id="3" name="promise-title">
            <a:extLst xmlns:a="http://schemas.openxmlformats.org/drawingml/2006/main">
              <a:ext uri="{FF2B5EF4-FFF2-40B4-BE49-F238E27FC236}">
                <a16:creationId xmlns:a16="http://schemas.microsoft.com/office/drawing/2014/main" id="{D65B4D9F-8043-4F04-A1AD-51993644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DFA"/>
                </a:solidFill>
                <a:latin typeface="Didot"/>
                <a:ea typeface="Didot"/>
                <a:cs typeface="Didot"/>
              </a:defRPr>
            </a:pPr>
            <a:r>
              <a:rPr sz="3600" b="0" i="0">
                <a:solidFill>
                  <a:srgbClr val="FFFDFA"/>
                </a:solidFill>
                <a:latin typeface="Didot"/>
                <a:ea typeface="Didot"/>
                <a:cs typeface="Didot"/>
              </a:rPr>
              <a:t>Una revista de negocios.</a:t>
            </a:r>
          </a:p>
          <a:p xmlns:a="http://schemas.openxmlformats.org/drawingml/2006/main">
            <a:pPr algn="l">
              <a:defRPr sz="3600" b="0" i="0">
                <a:solidFill>
                  <a:srgbClr val="FFFDFA"/>
                </a:solidFill>
                <a:latin typeface="Didot"/>
                <a:ea typeface="Didot"/>
                <a:cs typeface="Didot"/>
              </a:defRPr>
            </a:pPr>
            <a:r>
              <a:rPr sz="3600" b="0" i="0">
                <a:solidFill>
                  <a:srgbClr val="FFFDFA"/>
                </a:solidFill>
                <a:latin typeface="Didot"/>
                <a:ea typeface="Didot"/>
                <a:cs typeface="Didot"/>
              </a:rPr>
              <a:t>Una agenda institucional.</a:t>
            </a:r>
          </a:p>
          <a:p xmlns:a="http://schemas.openxmlformats.org/drawingml/2006/main">
            <a:pPr algn="l">
              <a:defRPr sz="3600" b="0" i="0">
                <a:solidFill>
                  <a:srgbClr val="FFFDFA"/>
                </a:solidFill>
                <a:latin typeface="Didot"/>
                <a:ea typeface="Didot"/>
                <a:cs typeface="Didot"/>
              </a:defRPr>
            </a:pPr>
            <a:r>
              <a:rPr sz="3600" b="0" i="0">
                <a:solidFill>
                  <a:srgbClr val="FFFDFA"/>
                </a:solidFill>
                <a:latin typeface="Didot"/>
                <a:ea typeface="Didot"/>
                <a:cs typeface="Didot"/>
              </a:rPr>
              <a:t>Una mujer con criterio propio.</a:t>
            </a:r>
          </a:p>
        </p:txBody>
      </p:sp>
      <p:sp>
        <p:nvSpPr>
          <p:cNvPr id="4" name="promise-values">
            <a:extLst xmlns:a="http://schemas.openxmlformats.org/drawingml/2006/main">
              <a:ext uri="{FF2B5EF4-FFF2-40B4-BE49-F238E27FC236}">
                <a16:creationId xmlns:a16="http://schemas.microsoft.com/office/drawing/2014/main" id="{38EC0A25-16A3-47F6-BA52-8A601AA9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447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BD4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CBD4D5"/>
                </a:solidFill>
                <a:latin typeface="Helvetica Neue"/>
                <a:ea typeface="Helvetica Neue"/>
                <a:cs typeface="Helvetica Neue"/>
              </a:rPr>
              <a:t>Autoridad sin rigidez · Sofisticación sin ostentación · Presencia sin performance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71c73d0a264ee4"/>
          <a:srcRect xmlns:a="http://schemas.openxmlformats.org/drawingml/2006/main" l="0" t="14179" r="0" b="141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0"/>
            <a:ext cx="6381750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promise-image-overlay">
            <a:extLst xmlns:a="http://schemas.openxmlformats.org/drawingml/2006/main">
              <a:ext uri="{FF2B5EF4-FFF2-40B4-BE49-F238E27FC236}">
                <a16:creationId xmlns:a16="http://schemas.microsoft.com/office/drawing/2014/main" id="{23C2BA03-BB5D-48B6-B238-7A9DC8EF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0"/>
            <a:ext cx="6381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>
              <a:alpha val="2666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914-650">
            <a:extLst xmlns:a="http://schemas.openxmlformats.org/drawingml/2006/main">
              <a:ext uri="{FF2B5EF4-FFF2-40B4-BE49-F238E27FC236}">
                <a16:creationId xmlns:a16="http://schemas.microsoft.com/office/drawing/2014/main" id="{502EBDDF-2BE1-4314-8173-9BD6F6AF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19125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FFFD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FFFDFA"/>
                </a:solidFill>
                <a:latin typeface="Helvetica Neue"/>
                <a:ea typeface="Helvetica Neue"/>
                <a:cs typeface="Helvetica Neue"/>
              </a:rPr>
              <a:t>R06 · RITMO CLARO / OSCURO</a:t>
            </a:r>
          </a:p>
        </p:txBody>
      </p:sp>
    </p:spTree>
    <p:extLst>
      <p:ext uri="{BB962C8B-B14F-4D97-AF65-F5344CB8AC3E}">
        <p14:creationId xmlns:p14="http://schemas.microsoft.com/office/powerpoint/2010/main" val="13187059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label-Sistema cromático">
            <a:extLst xmlns:a="http://schemas.openxmlformats.org/drawingml/2006/main">
              <a:ext uri="{FF2B5EF4-FFF2-40B4-BE49-F238E27FC236}">
                <a16:creationId xmlns:a16="http://schemas.microsoft.com/office/drawing/2014/main" id="{7FE48289-EA0E-4316-AFCB-A588671C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A30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8A3034"/>
                </a:solidFill>
                <a:latin typeface="Helvetica Neue"/>
                <a:ea typeface="Helvetica Neue"/>
                <a:cs typeface="Helvetica Neue"/>
              </a:rPr>
              <a:t>SISTEMA CROMÁTICO</a:t>
            </a:r>
          </a:p>
        </p:txBody>
      </p:sp>
      <p:sp>
        <p:nvSpPr>
          <p:cNvPr id="2" name="title-La sofisticación v">
            <a:extLst xmlns:a="http://schemas.openxmlformats.org/drawingml/2006/main">
              <a:ext uri="{FF2B5EF4-FFF2-40B4-BE49-F238E27FC236}">
                <a16:creationId xmlns:a16="http://schemas.microsoft.com/office/drawing/2014/main" id="{AE7AF873-B74D-4EC9-A096-D54DDA65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6858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121416"/>
                </a:solidFill>
                <a:latin typeface="Didot"/>
                <a:ea typeface="Didot"/>
                <a:cs typeface="Didot"/>
              </a:defRPr>
            </a:pPr>
            <a:r>
              <a:rPr sz="3600" b="0" i="0">
                <a:solidFill>
                  <a:srgbClr val="121416"/>
                </a:solidFill>
                <a:latin typeface="Didot"/>
                <a:ea typeface="Didot"/>
                <a:cs typeface="Didot"/>
              </a:rPr>
              <a:t>La sofisticación vive en la proporción.</a:t>
            </a:r>
          </a:p>
        </p:txBody>
      </p:sp>
      <p:sp>
        <p:nvSpPr>
          <p:cNvPr id="3" name="swatch-PORCELAIN">
            <a:extLst xmlns:a="http://schemas.openxmlformats.org/drawingml/2006/main">
              <a:ext uri="{FF2B5EF4-FFF2-40B4-BE49-F238E27FC236}">
                <a16:creationId xmlns:a16="http://schemas.microsoft.com/office/drawing/2014/main" id="{EF30A151-7F4D-4882-AF3B-A08CC9FC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22383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7"/>
          </a:solidFill>
          <a:ln xmlns:a="http://schemas.openxmlformats.org/drawingml/2006/main" w="9525">
            <a:solidFill>
              <a:srgbClr val="D3CEC4"/>
            </a:solidFill>
            <a:prstDash val="solid"/>
          </a:ln>
        </p:spPr>
      </p:sp>
      <p:sp>
        <p:nvSpPr>
          <p:cNvPr id="4" name="text-73-340">
            <a:extLst xmlns:a="http://schemas.openxmlformats.org/drawingml/2006/main">
              <a:ext uri="{FF2B5EF4-FFF2-40B4-BE49-F238E27FC236}">
                <a16:creationId xmlns:a16="http://schemas.microsoft.com/office/drawing/2014/main" id="{A64A05B8-8129-4746-BA96-5AD73BD9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38500"/>
            <a:ext cx="2066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214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121416"/>
                </a:solidFill>
                <a:latin typeface="Helvetica Neue"/>
                <a:ea typeface="Helvetica Neue"/>
                <a:cs typeface="Helvetica Neue"/>
              </a:rPr>
              <a:t>PORCELAIN</a:t>
            </a:r>
          </a:p>
        </p:txBody>
      </p:sp>
      <p:sp>
        <p:nvSpPr>
          <p:cNvPr id="5" name="text-73-270">
            <a:extLst xmlns:a="http://schemas.openxmlformats.org/drawingml/2006/main">
              <a:ext uri="{FF2B5EF4-FFF2-40B4-BE49-F238E27FC236}">
                <a16:creationId xmlns:a16="http://schemas.microsoft.com/office/drawing/2014/main" id="{05F47EC4-4DEA-47C3-83AE-C9F64674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71750"/>
            <a:ext cx="20669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21416"/>
                </a:solidFill>
                <a:latin typeface="Didot"/>
                <a:ea typeface="Didot"/>
                <a:cs typeface="Didot"/>
              </a:defRPr>
            </a:pPr>
            <a:r>
              <a:rPr sz="1950" b="0" i="0">
                <a:solidFill>
                  <a:srgbClr val="121416"/>
                </a:solidFill>
                <a:latin typeface="Didot"/>
                <a:ea typeface="Didot"/>
                <a:cs typeface="Didot"/>
              </a:rPr>
              <a:t>54%</a:t>
            </a:r>
          </a:p>
        </p:txBody>
      </p:sp>
      <p:sp>
        <p:nvSpPr>
          <p:cNvPr id="6" name="swatch-CARBON">
            <a:extLst xmlns:a="http://schemas.openxmlformats.org/drawingml/2006/main">
              <a:ext uri="{FF2B5EF4-FFF2-40B4-BE49-F238E27FC236}">
                <a16:creationId xmlns:a16="http://schemas.microsoft.com/office/drawing/2014/main" id="{66D659F5-C2C6-4517-84D5-58B7CFE4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333625"/>
            <a:ext cx="1619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4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308-340">
            <a:extLst xmlns:a="http://schemas.openxmlformats.org/drawingml/2006/main">
              <a:ext uri="{FF2B5EF4-FFF2-40B4-BE49-F238E27FC236}">
                <a16:creationId xmlns:a16="http://schemas.microsoft.com/office/drawing/2014/main" id="{82FFC5C8-11BB-4683-AB11-025C7B65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238500"/>
            <a:ext cx="1447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FFFD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FFFDFA"/>
                </a:solidFill>
                <a:latin typeface="Helvetica Neue"/>
                <a:ea typeface="Helvetica Neue"/>
                <a:cs typeface="Helvetica Neue"/>
              </a:rPr>
              <a:t>CARBON</a:t>
            </a:r>
          </a:p>
        </p:txBody>
      </p:sp>
      <p:sp>
        <p:nvSpPr>
          <p:cNvPr id="8" name="text-308-270">
            <a:extLst xmlns:a="http://schemas.openxmlformats.org/drawingml/2006/main">
              <a:ext uri="{FF2B5EF4-FFF2-40B4-BE49-F238E27FC236}">
                <a16:creationId xmlns:a16="http://schemas.microsoft.com/office/drawing/2014/main" id="{14478D91-054C-4835-91B4-40C6B10D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1447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FFFDFA"/>
                </a:solidFill>
                <a:latin typeface="Didot"/>
                <a:ea typeface="Didot"/>
                <a:cs typeface="Didot"/>
              </a:defRPr>
            </a:pPr>
            <a:r>
              <a:rPr sz="1950" b="0" i="0">
                <a:solidFill>
                  <a:srgbClr val="FFFDFA"/>
                </a:solidFill>
                <a:latin typeface="Didot"/>
                <a:ea typeface="Didot"/>
                <a:cs typeface="Didot"/>
              </a:rPr>
              <a:t>24%</a:t>
            </a:r>
          </a:p>
        </p:txBody>
      </p:sp>
      <p:sp>
        <p:nvSpPr>
          <p:cNvPr id="9" name="swatch-ATLANTIC">
            <a:extLst xmlns:a="http://schemas.openxmlformats.org/drawingml/2006/main">
              <a:ext uri="{FF2B5EF4-FFF2-40B4-BE49-F238E27FC236}">
                <a16:creationId xmlns:a16="http://schemas.microsoft.com/office/drawing/2014/main" id="{8BB0C4E3-D6F5-4162-81A6-E7A4AA28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333625"/>
            <a:ext cx="1285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478-340">
            <a:extLst xmlns:a="http://schemas.openxmlformats.org/drawingml/2006/main">
              <a:ext uri="{FF2B5EF4-FFF2-40B4-BE49-F238E27FC236}">
                <a16:creationId xmlns:a16="http://schemas.microsoft.com/office/drawing/2014/main" id="{1D6CEB0D-4893-4DD1-A6B6-06503F73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38500"/>
            <a:ext cx="1114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FFFD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FFFDFA"/>
                </a:solidFill>
                <a:latin typeface="Helvetica Neue"/>
                <a:ea typeface="Helvetica Neue"/>
                <a:cs typeface="Helvetica Neue"/>
              </a:rPr>
              <a:t>ATLANTIC</a:t>
            </a:r>
          </a:p>
        </p:txBody>
      </p:sp>
      <p:sp>
        <p:nvSpPr>
          <p:cNvPr id="11" name="text-478-270">
            <a:extLst xmlns:a="http://schemas.openxmlformats.org/drawingml/2006/main">
              <a:ext uri="{FF2B5EF4-FFF2-40B4-BE49-F238E27FC236}">
                <a16:creationId xmlns:a16="http://schemas.microsoft.com/office/drawing/2014/main" id="{B958193D-3AFA-43D0-A012-8870B990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71750"/>
            <a:ext cx="1114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FFFDFA"/>
                </a:solidFill>
                <a:latin typeface="Didot"/>
                <a:ea typeface="Didot"/>
                <a:cs typeface="Didot"/>
              </a:defRPr>
            </a:pPr>
            <a:r>
              <a:rPr sz="1950" b="0" i="0">
                <a:solidFill>
                  <a:srgbClr val="FFFDFA"/>
                </a:solidFill>
                <a:latin typeface="Didot"/>
                <a:ea typeface="Didot"/>
                <a:cs typeface="Didot"/>
              </a:rPr>
              <a:t>12%</a:t>
            </a:r>
          </a:p>
        </p:txBody>
      </p:sp>
      <p:sp>
        <p:nvSpPr>
          <p:cNvPr id="12" name="swatch-OXBLOOD">
            <a:extLst xmlns:a="http://schemas.openxmlformats.org/drawingml/2006/main">
              <a:ext uri="{FF2B5EF4-FFF2-40B4-BE49-F238E27FC236}">
                <a16:creationId xmlns:a16="http://schemas.microsoft.com/office/drawing/2014/main" id="{118919AF-8988-4702-AB9A-5815049F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33625"/>
            <a:ext cx="1000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30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613-340">
            <a:extLst xmlns:a="http://schemas.openxmlformats.org/drawingml/2006/main">
              <a:ext uri="{FF2B5EF4-FFF2-40B4-BE49-F238E27FC236}">
                <a16:creationId xmlns:a16="http://schemas.microsoft.com/office/drawing/2014/main" id="{213A5BFB-EA92-4CBE-ACF3-2D4C8482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238500"/>
            <a:ext cx="828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FFFD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FFFDFA"/>
                </a:solidFill>
                <a:latin typeface="Helvetica Neue"/>
                <a:ea typeface="Helvetica Neue"/>
                <a:cs typeface="Helvetica Neue"/>
              </a:rPr>
              <a:t>OXBLOOD</a:t>
            </a:r>
          </a:p>
        </p:txBody>
      </p:sp>
      <p:sp>
        <p:nvSpPr>
          <p:cNvPr id="14" name="text-613-270">
            <a:extLst xmlns:a="http://schemas.openxmlformats.org/drawingml/2006/main">
              <a:ext uri="{FF2B5EF4-FFF2-40B4-BE49-F238E27FC236}">
                <a16:creationId xmlns:a16="http://schemas.microsoft.com/office/drawing/2014/main" id="{C724643C-1691-43CF-8E19-CEA3A9EF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571750"/>
            <a:ext cx="828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FFFDFA"/>
                </a:solidFill>
                <a:latin typeface="Didot"/>
                <a:ea typeface="Didot"/>
                <a:cs typeface="Didot"/>
              </a:defRPr>
            </a:pPr>
            <a:r>
              <a:rPr sz="1950" b="0" i="0">
                <a:solidFill>
                  <a:srgbClr val="FFFDFA"/>
                </a:solidFill>
                <a:latin typeface="Didot"/>
                <a:ea typeface="Didot"/>
                <a:cs typeface="Didot"/>
              </a:rPr>
              <a:t>7%</a:t>
            </a:r>
          </a:p>
        </p:txBody>
      </p:sp>
      <p:sp>
        <p:nvSpPr>
          <p:cNvPr id="15" name="swatch-MINERAL">
            <a:extLst xmlns:a="http://schemas.openxmlformats.org/drawingml/2006/main">
              <a:ext uri="{FF2B5EF4-FFF2-40B4-BE49-F238E27FC236}">
                <a16:creationId xmlns:a16="http://schemas.microsoft.com/office/drawing/2014/main" id="{88A514EE-B05C-4149-A877-BAF63257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333625"/>
            <a:ext cx="809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7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718-340">
            <a:extLst xmlns:a="http://schemas.openxmlformats.org/drawingml/2006/main">
              <a:ext uri="{FF2B5EF4-FFF2-40B4-BE49-F238E27FC236}">
                <a16:creationId xmlns:a16="http://schemas.microsoft.com/office/drawing/2014/main" id="{F843B1E1-1654-4BED-9314-797BBD7A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638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25" b="1" i="0">
                <a:solidFill>
                  <a:srgbClr val="1214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" b="1" i="0">
                <a:solidFill>
                  <a:srgbClr val="121416"/>
                </a:solidFill>
                <a:latin typeface="Helvetica Neue"/>
                <a:ea typeface="Helvetica Neue"/>
                <a:cs typeface="Helvetica Neue"/>
              </a:rPr>
              <a:t>MINERAL</a:t>
            </a:r>
          </a:p>
        </p:txBody>
      </p:sp>
      <p:sp>
        <p:nvSpPr>
          <p:cNvPr id="17" name="text-718-270">
            <a:extLst xmlns:a="http://schemas.openxmlformats.org/drawingml/2006/main">
              <a:ext uri="{FF2B5EF4-FFF2-40B4-BE49-F238E27FC236}">
                <a16:creationId xmlns:a16="http://schemas.microsoft.com/office/drawing/2014/main" id="{1E952321-81D8-4EB0-AA89-A0009DB2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71750"/>
            <a:ext cx="638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1416"/>
                </a:solidFill>
                <a:latin typeface="Didot"/>
                <a:ea typeface="Didot"/>
                <a:cs typeface="Didot"/>
              </a:defRPr>
            </a:pPr>
            <a:r>
              <a:rPr sz="1350" b="0" i="0">
                <a:solidFill>
                  <a:srgbClr val="121416"/>
                </a:solidFill>
                <a:latin typeface="Didot"/>
                <a:ea typeface="Didot"/>
                <a:cs typeface="Didot"/>
              </a:rPr>
              <a:t>2%</a:t>
            </a:r>
          </a:p>
        </p:txBody>
      </p:sp>
      <p:sp>
        <p:nvSpPr>
          <p:cNvPr id="18" name="swatch-BRASS">
            <a:extLst xmlns:a="http://schemas.openxmlformats.org/drawingml/2006/main">
              <a:ext uri="{FF2B5EF4-FFF2-40B4-BE49-F238E27FC236}">
                <a16:creationId xmlns:a16="http://schemas.microsoft.com/office/drawing/2014/main" id="{E3114D58-C8B4-4761-A0F3-708A472A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33625"/>
            <a:ext cx="762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9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803-340">
            <a:extLst xmlns:a="http://schemas.openxmlformats.org/drawingml/2006/main">
              <a:ext uri="{FF2B5EF4-FFF2-40B4-BE49-F238E27FC236}">
                <a16:creationId xmlns:a16="http://schemas.microsoft.com/office/drawing/2014/main" id="{79A5AFDE-72DB-4E8F-9E09-E6165A44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23850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25" b="1" i="0">
                <a:solidFill>
                  <a:srgbClr val="1214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" b="1" i="0">
                <a:solidFill>
                  <a:srgbClr val="121416"/>
                </a:solidFill>
                <a:latin typeface="Helvetica Neue"/>
                <a:ea typeface="Helvetica Neue"/>
                <a:cs typeface="Helvetica Neue"/>
              </a:rPr>
              <a:t>BRASS</a:t>
            </a:r>
          </a:p>
        </p:txBody>
      </p:sp>
      <p:sp>
        <p:nvSpPr>
          <p:cNvPr id="20" name="text-803-270">
            <a:extLst xmlns:a="http://schemas.openxmlformats.org/drawingml/2006/main">
              <a:ext uri="{FF2B5EF4-FFF2-40B4-BE49-F238E27FC236}">
                <a16:creationId xmlns:a16="http://schemas.microsoft.com/office/drawing/2014/main" id="{510E0B0E-9A33-4D97-A9C1-6A8E269F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571750"/>
            <a:ext cx="590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1416"/>
                </a:solidFill>
                <a:latin typeface="Didot"/>
                <a:ea typeface="Didot"/>
                <a:cs typeface="Didot"/>
              </a:defRPr>
            </a:pPr>
            <a:r>
              <a:rPr sz="1350" b="0" i="0">
                <a:solidFill>
                  <a:srgbClr val="121416"/>
                </a:solidFill>
                <a:latin typeface="Didot"/>
                <a:ea typeface="Didot"/>
                <a:cs typeface="Didot"/>
              </a:rPr>
              <a:t>1%</a:t>
            </a:r>
          </a:p>
        </p:txBody>
      </p:sp>
      <p:sp>
        <p:nvSpPr>
          <p:cNvPr id="21" name="palette-rule">
            <a:extLst xmlns:a="http://schemas.openxmlformats.org/drawingml/2006/main">
              <a:ext uri="{FF2B5EF4-FFF2-40B4-BE49-F238E27FC236}">
                <a16:creationId xmlns:a16="http://schemas.microsoft.com/office/drawing/2014/main" id="{076DAA68-84F9-497B-BFE4-6E8E2578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1">
                <a:solidFill>
                  <a:srgbClr val="8A3034"/>
                </a:solidFill>
                <a:latin typeface="Didot"/>
                <a:ea typeface="Didot"/>
                <a:cs typeface="Didot"/>
              </a:defRPr>
            </a:pPr>
            <a:r>
              <a:rPr sz="1875" b="0" i="1">
                <a:solidFill>
                  <a:srgbClr val="8A3034"/>
                </a:solidFill>
                <a:latin typeface="Didot"/>
                <a:ea typeface="Didot"/>
                <a:cs typeface="Didot"/>
              </a:rPr>
              <a:t>El brass es línea, nunca espectáculo.</a:t>
            </a:r>
          </a:p>
        </p:txBody>
      </p:sp>
      <p:sp>
        <p:nvSpPr>
          <p:cNvPr id="22" name="palette-note">
            <a:extLst xmlns:a="http://schemas.openxmlformats.org/drawingml/2006/main">
              <a:ext uri="{FF2B5EF4-FFF2-40B4-BE49-F238E27FC236}">
                <a16:creationId xmlns:a16="http://schemas.microsoft.com/office/drawing/2014/main" id="{13624973-F795-4425-9A0D-92F70D94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46A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46A6D"/>
                </a:solidFill>
                <a:latin typeface="Helvetica Neue"/>
                <a:ea typeface="Helvetica Neue"/>
                <a:cs typeface="Helvetica Neue"/>
              </a:rPr>
              <a:t>El verde heritage queda reservado para cápsulas y colaboraciones. No reemplaza el azul institucional.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894741306045c2"/>
          <a:srcRect xmlns:a="http://schemas.openxmlformats.org/drawingml/2006/main" l="14604" t="0" r="146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8250" y="876300"/>
            <a:ext cx="2724150" cy="4810125"/>
          </a:xfrm>
          <a:prstGeom xmlns:a="http://schemas.openxmlformats.org/drawingml/2006/main" prst="rect">
            <a:avLst/>
          </a:prstGeom>
        </p:spPr>
      </p:pic>
      <p:sp>
        <p:nvSpPr>
          <p:cNvPr id="24" name="text-1170-610">
            <a:extLst xmlns:a="http://schemas.openxmlformats.org/drawingml/2006/main">
              <a:ext uri="{FF2B5EF4-FFF2-40B4-BE49-F238E27FC236}">
                <a16:creationId xmlns:a16="http://schemas.microsoft.com/office/drawing/2014/main" id="{54186F12-7CA7-4960-8D6F-48FD7FAB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8102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8A30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8A3034"/>
                </a:solidFill>
                <a:latin typeface="Helvetica Neue"/>
                <a:ea typeface="Helvetica Neue"/>
                <a:cs typeface="Helvetica Neue"/>
              </a:rPr>
              <a:t>R05</a:t>
            </a:r>
          </a:p>
        </p:txBody>
      </p:sp>
      <p:sp>
        <p:nvSpPr>
          <p:cNvPr id="25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72AF4AC7-CE19-4793-B3FB-F63E82DF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CE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footer-name-4">
            <a:extLst xmlns:a="http://schemas.openxmlformats.org/drawingml/2006/main">
              <a:ext uri="{FF2B5EF4-FFF2-40B4-BE49-F238E27FC236}">
                <a16:creationId xmlns:a16="http://schemas.microsoft.com/office/drawing/2014/main" id="{89224FD9-99B0-4233-AD4E-D4711A36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46A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646A6D"/>
                </a:solidFill>
                <a:latin typeface="Helvetica Neue"/>
                <a:ea typeface="Helvetica Neue"/>
                <a:cs typeface="Helvetica Neue"/>
              </a:rPr>
              <a:t>NINA QUISINSKI · MANUAL VISUAL V4</a:t>
            </a:r>
          </a:p>
        </p:txBody>
      </p:sp>
      <p:sp>
        <p:nvSpPr>
          <p:cNvPr id="27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C459A111-3020-47BA-9658-664C5A82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646A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646A6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533984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label-Firma y tipografía">
            <a:extLst xmlns:a="http://schemas.openxmlformats.org/drawingml/2006/main">
              <a:ext uri="{FF2B5EF4-FFF2-40B4-BE49-F238E27FC236}">
                <a16:creationId xmlns:a16="http://schemas.microsoft.com/office/drawing/2014/main" id="{03A3211C-FED3-4DFC-86AA-B37460B82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A30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8A3034"/>
                </a:solidFill>
                <a:latin typeface="Helvetica Neue"/>
                <a:ea typeface="Helvetica Neue"/>
                <a:cs typeface="Helvetica Neue"/>
              </a:rPr>
              <a:t>FIRMA Y TIPOGRAFÍA</a:t>
            </a:r>
          </a:p>
        </p:txBody>
      </p:sp>
      <p:sp>
        <p:nvSpPr>
          <p:cNvPr id="2" name="title-Una firma editoria">
            <a:extLst xmlns:a="http://schemas.openxmlformats.org/drawingml/2006/main">
              <a:ext uri="{FF2B5EF4-FFF2-40B4-BE49-F238E27FC236}">
                <a16:creationId xmlns:a16="http://schemas.microsoft.com/office/drawing/2014/main" id="{FB73D93D-724B-46E7-A6FE-F1E4DE93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239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0" i="0">
                <a:solidFill>
                  <a:srgbClr val="121416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21416"/>
                </a:solidFill>
                <a:latin typeface="Didot"/>
                <a:ea typeface="Didot"/>
                <a:cs typeface="Didot"/>
              </a:rPr>
              <a:t>Una firma editorial, no un escudo inventado.</a:t>
            </a:r>
          </a:p>
        </p:txBody>
      </p:sp>
      <p:sp>
        <p:nvSpPr>
          <p:cNvPr id="3" name="wordmark-nina">
            <a:extLst xmlns:a="http://schemas.openxmlformats.org/drawingml/2006/main">
              <a:ext uri="{FF2B5EF4-FFF2-40B4-BE49-F238E27FC236}">
                <a16:creationId xmlns:a16="http://schemas.microsoft.com/office/drawing/2014/main" id="{542D32CA-F648-4692-9343-769C842A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214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121416"/>
                </a:solidFill>
                <a:latin typeface="Helvetica Neue"/>
                <a:ea typeface="Helvetica Neue"/>
                <a:cs typeface="Helvetica Neue"/>
              </a:rPr>
              <a:t>N I N A</a:t>
            </a:r>
          </a:p>
        </p:txBody>
      </p:sp>
      <p:sp>
        <p:nvSpPr>
          <p:cNvPr id="4" name="wordmark-quisinski">
            <a:extLst xmlns:a="http://schemas.openxmlformats.org/drawingml/2006/main">
              <a:ext uri="{FF2B5EF4-FFF2-40B4-BE49-F238E27FC236}">
                <a16:creationId xmlns:a16="http://schemas.microsoft.com/office/drawing/2014/main" id="{E15772AD-31F6-46CF-980F-76B9A729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590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025" b="0" i="0">
                <a:solidFill>
                  <a:srgbClr val="121416"/>
                </a:solidFill>
                <a:latin typeface="Didot"/>
                <a:ea typeface="Didot"/>
                <a:cs typeface="Didot"/>
              </a:defRPr>
            </a:pPr>
            <a:r>
              <a:rPr sz="5025" b="0" i="0">
                <a:solidFill>
                  <a:srgbClr val="121416"/>
                </a:solidFill>
                <a:latin typeface="Didot"/>
                <a:ea typeface="Didot"/>
                <a:cs typeface="Didot"/>
              </a:rPr>
              <a:t>QUISINSKI</a:t>
            </a:r>
          </a:p>
        </p:txBody>
      </p:sp>
      <p:sp>
        <p:nvSpPr>
          <p:cNvPr id="5" name="wordmark-rule">
            <a:extLst xmlns:a="http://schemas.openxmlformats.org/drawingml/2006/main">
              <a:ext uri="{FF2B5EF4-FFF2-40B4-BE49-F238E27FC236}">
                <a16:creationId xmlns:a16="http://schemas.microsoft.com/office/drawing/2014/main" id="{CBAF8E1A-756A-471C-A661-CDA28BA0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30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wordmark-accent">
            <a:extLst xmlns:a="http://schemas.openxmlformats.org/drawingml/2006/main">
              <a:ext uri="{FF2B5EF4-FFF2-40B4-BE49-F238E27FC236}">
                <a16:creationId xmlns:a16="http://schemas.microsoft.com/office/drawing/2014/main" id="{3DDF6CC8-2789-4A04-9609-4E936B2F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 i="1">
                <a:solidFill>
                  <a:srgbClr val="8A3034"/>
                </a:solidFill>
                <a:latin typeface="Didot"/>
                <a:ea typeface="Didot"/>
                <a:cs typeface="Didot"/>
              </a:defRPr>
            </a:pPr>
            <a:r>
              <a:rPr sz="2025" b="0" i="1">
                <a:solidFill>
                  <a:srgbClr val="8A3034"/>
                </a:solidFill>
                <a:latin typeface="Didot"/>
                <a:ea typeface="Didot"/>
                <a:cs typeface="Didot"/>
              </a:rPr>
              <a:t>institutional leadership</a:t>
            </a:r>
          </a:p>
        </p:txBody>
      </p:sp>
      <p:sp>
        <p:nvSpPr>
          <p:cNvPr id="7" name="type-rules">
            <a:extLst xmlns:a="http://schemas.openxmlformats.org/drawingml/2006/main">
              <a:ext uri="{FF2B5EF4-FFF2-40B4-BE49-F238E27FC236}">
                <a16:creationId xmlns:a16="http://schemas.microsoft.com/office/drawing/2014/main" id="{37F7A1AF-A27D-4601-B327-E342BEA6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5334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46A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46A6D"/>
                </a:solidFill>
                <a:latin typeface="Helvetica Neue"/>
                <a:ea typeface="Helvetica Neue"/>
                <a:cs typeface="Helvetica Neue"/>
              </a:rPr>
              <a:t>Display: Canela o IvyPresto bajo licencia.</a:t>
            </a:r>
          </a:p>
          <a:p xmlns:a="http://schemas.openxmlformats.org/drawingml/2006/main">
            <a:pPr algn="l">
              <a:defRPr sz="1275" b="0" i="0">
                <a:solidFill>
                  <a:srgbClr val="646A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46A6D"/>
                </a:solidFill>
                <a:latin typeface="Helvetica Neue"/>
                <a:ea typeface="Helvetica Neue"/>
                <a:cs typeface="Helvetica Neue"/>
              </a:rPr>
              <a:t>Fallback: Cormorant Garamond.</a:t>
            </a:r>
          </a:p>
          <a:p xmlns:a="http://schemas.openxmlformats.org/drawingml/2006/main">
            <a:pPr algn="l">
              <a:defRPr sz="1275" b="0" i="0">
                <a:solidFill>
                  <a:srgbClr val="646A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46A6D"/>
                </a:solidFill>
                <a:latin typeface="Helvetica Neue"/>
                <a:ea typeface="Helvetica Neue"/>
                <a:cs typeface="Helvetica Neue"/>
              </a:rPr>
              <a:t>Interfaz: Inter.</a:t>
            </a:r>
          </a:p>
          <a:p xmlns:a="http://schemas.openxmlformats.org/drawingml/2006/main">
            <a:pPr algn="l">
              <a:defRPr sz="1275" b="0" i="0">
                <a:solidFill>
                  <a:srgbClr val="646A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46A6D"/>
                </a:solidFill>
                <a:latin typeface="Helvetica Neue"/>
                <a:ea typeface="Helvetica Neue"/>
                <a:cs typeface="Helvetica Neue"/>
              </a:rPr>
              <a:t>Acento: itálica breve; nunca script en navegación.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a93a0ee87f4381"/>
          <a:srcRect xmlns:a="http://schemas.openxmlformats.org/drawingml/2006/main" l="0" t="12999" r="0" b="129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53350" y="704850"/>
            <a:ext cx="3829050" cy="5143500"/>
          </a:xfrm>
          <a:prstGeom xmlns:a="http://schemas.openxmlformats.org/drawingml/2006/main" prst="rect">
            <a:avLst/>
          </a:prstGeom>
        </p:spPr>
      </p:pic>
      <p:sp>
        <p:nvSpPr>
          <p:cNvPr id="9" name="text-840-628">
            <a:extLst xmlns:a="http://schemas.openxmlformats.org/drawingml/2006/main">
              <a:ext uri="{FF2B5EF4-FFF2-40B4-BE49-F238E27FC236}">
                <a16:creationId xmlns:a16="http://schemas.microsoft.com/office/drawing/2014/main" id="{448C9775-F8F1-40E4-ABE5-7DCB16B9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981700"/>
            <a:ext cx="3581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646A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646A6D"/>
                </a:solidFill>
                <a:latin typeface="Helvetica Neue"/>
                <a:ea typeface="Helvetica Neue"/>
                <a:cs typeface="Helvetica Neue"/>
              </a:rPr>
              <a:t>R02 · REFERENCIA, NO MODELO A COPIAR</a:t>
            </a:r>
          </a:p>
        </p:txBody>
      </p:sp>
      <p:sp>
        <p:nvSpPr>
          <p:cNvPr id="10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6E4D5684-8CD1-40EB-A08E-4A0C8195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CE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ooter-name-5">
            <a:extLst xmlns:a="http://schemas.openxmlformats.org/drawingml/2006/main">
              <a:ext uri="{FF2B5EF4-FFF2-40B4-BE49-F238E27FC236}">
                <a16:creationId xmlns:a16="http://schemas.microsoft.com/office/drawing/2014/main" id="{C6FDF1E4-FCF8-48F6-862A-CE51CF0D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46A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646A6D"/>
                </a:solidFill>
                <a:latin typeface="Helvetica Neue"/>
                <a:ea typeface="Helvetica Neue"/>
                <a:cs typeface="Helvetica Neue"/>
              </a:rPr>
              <a:t>NINA QUISINSKI · MANUAL VISUAL V4</a:t>
            </a:r>
          </a:p>
        </p:txBody>
      </p:sp>
      <p:sp>
        <p:nvSpPr>
          <p:cNvPr id="12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D8D5D4E5-473D-47A9-AC23-DB052025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646A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646A6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686560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e20aeaa6304ed3"/>
          <a:srcRect xmlns:a="http://schemas.openxmlformats.org/drawingml/2006/main" l="25457" t="0" r="254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5048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hero-photo-overlay">
            <a:extLst xmlns:a="http://schemas.openxmlformats.org/drawingml/2006/main">
              <a:ext uri="{FF2B5EF4-FFF2-40B4-BE49-F238E27FC236}">
                <a16:creationId xmlns:a16="http://schemas.microsoft.com/office/drawing/2014/main" id="{2DB98DCA-A986-450D-A36B-0DC3FEF9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048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416">
              <a:alpha val="1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label-La primera pantalla">
            <a:extLst xmlns:a="http://schemas.openxmlformats.org/drawingml/2006/main">
              <a:ext uri="{FF2B5EF4-FFF2-40B4-BE49-F238E27FC236}">
                <a16:creationId xmlns:a16="http://schemas.microsoft.com/office/drawing/2014/main" id="{2A180346-DA21-412B-B751-10159DF6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143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A30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8A3034"/>
                </a:solidFill>
                <a:latin typeface="Helvetica Neue"/>
                <a:ea typeface="Helvetica Neue"/>
                <a:cs typeface="Helvetica Neue"/>
              </a:rPr>
              <a:t>LA PRIMERA PANTALLA</a:t>
            </a:r>
          </a:p>
        </p:txBody>
      </p:sp>
      <p:sp>
        <p:nvSpPr>
          <p:cNvPr id="4" name="three-sec-title">
            <a:extLst xmlns:a="http://schemas.openxmlformats.org/drawingml/2006/main">
              <a:ext uri="{FF2B5EF4-FFF2-40B4-BE49-F238E27FC236}">
                <a16:creationId xmlns:a16="http://schemas.microsoft.com/office/drawing/2014/main" id="{FA836C0F-8E6D-406B-B6CB-77937765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876300"/>
            <a:ext cx="58102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75" b="0" i="0">
                <a:solidFill>
                  <a:srgbClr val="173B4B"/>
                </a:solidFill>
                <a:latin typeface="Didot"/>
                <a:ea typeface="Didot"/>
                <a:cs typeface="Didot"/>
              </a:defRPr>
            </a:pPr>
            <a:r>
              <a:rPr sz="3375" b="0" i="0">
                <a:solidFill>
                  <a:srgbClr val="173B4B"/>
                </a:solidFill>
                <a:latin typeface="Didot"/>
                <a:ea typeface="Didot"/>
                <a:cs typeface="Didot"/>
              </a:rPr>
              <a:t>Tres segundos para entender quién está frente a usted.</a:t>
            </a:r>
          </a:p>
        </p:txBody>
      </p:sp>
      <p:sp>
        <p:nvSpPr>
          <p:cNvPr id="5" name="three-sec-rule-01">
            <a:extLst xmlns:a="http://schemas.openxmlformats.org/drawingml/2006/main">
              <a:ext uri="{FF2B5EF4-FFF2-40B4-BE49-F238E27FC236}">
                <a16:creationId xmlns:a16="http://schemas.microsoft.com/office/drawing/2014/main" id="{FAAE9762-5D07-455C-ADA7-B2F6812A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89560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CE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88-270">
            <a:extLst xmlns:a="http://schemas.openxmlformats.org/drawingml/2006/main">
              <a:ext uri="{FF2B5EF4-FFF2-40B4-BE49-F238E27FC236}">
                <a16:creationId xmlns:a16="http://schemas.microsoft.com/office/drawing/2014/main" id="{430397EB-C8E7-483E-881D-140E207D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5717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A30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8A303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text-646-266">
            <a:extLst xmlns:a="http://schemas.openxmlformats.org/drawingml/2006/main">
              <a:ext uri="{FF2B5EF4-FFF2-40B4-BE49-F238E27FC236}">
                <a16:creationId xmlns:a16="http://schemas.microsoft.com/office/drawing/2014/main" id="{784CECE3-C40F-4A4B-989A-D0CE3DA4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33650"/>
            <a:ext cx="525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1416"/>
                </a:solidFill>
                <a:latin typeface="Didot"/>
                <a:ea typeface="Didot"/>
                <a:cs typeface="Didot"/>
              </a:defRPr>
            </a:pPr>
            <a:r>
              <a:rPr sz="1425" b="0" i="0">
                <a:solidFill>
                  <a:srgbClr val="121416"/>
                </a:solidFill>
                <a:latin typeface="Didot"/>
                <a:ea typeface="Didot"/>
                <a:cs typeface="Didot"/>
              </a:rPr>
              <a:t>Nina Quisinski</a:t>
            </a:r>
          </a:p>
        </p:txBody>
      </p:sp>
      <p:sp>
        <p:nvSpPr>
          <p:cNvPr id="8" name="three-sec-rule-02">
            <a:extLst xmlns:a="http://schemas.openxmlformats.org/drawingml/2006/main">
              <a:ext uri="{FF2B5EF4-FFF2-40B4-BE49-F238E27FC236}">
                <a16:creationId xmlns:a16="http://schemas.microsoft.com/office/drawing/2014/main" id="{2A0FFB4F-641F-445C-8182-C6DE1A4B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48615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CE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588-332">
            <a:extLst xmlns:a="http://schemas.openxmlformats.org/drawingml/2006/main">
              <a:ext uri="{FF2B5EF4-FFF2-40B4-BE49-F238E27FC236}">
                <a16:creationId xmlns:a16="http://schemas.microsoft.com/office/drawing/2014/main" id="{E31A5152-37A1-4E6B-B31E-D84634C6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16230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A30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8A303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text-646-328">
            <a:extLst xmlns:a="http://schemas.openxmlformats.org/drawingml/2006/main">
              <a:ext uri="{FF2B5EF4-FFF2-40B4-BE49-F238E27FC236}">
                <a16:creationId xmlns:a16="http://schemas.microsoft.com/office/drawing/2014/main" id="{0102B0F3-A03D-4F2A-AA17-5925421C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24200"/>
            <a:ext cx="525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1416"/>
                </a:solidFill>
                <a:latin typeface="Didot"/>
                <a:ea typeface="Didot"/>
                <a:cs typeface="Didot"/>
              </a:defRPr>
            </a:pPr>
            <a:r>
              <a:rPr sz="1425" b="0" i="0">
                <a:solidFill>
                  <a:srgbClr val="121416"/>
                </a:solidFill>
                <a:latin typeface="Didot"/>
                <a:ea typeface="Didot"/>
                <a:cs typeface="Didot"/>
              </a:rPr>
              <a:t>Fundadora y presidenta · CCI Brasil–Panamá</a:t>
            </a:r>
          </a:p>
        </p:txBody>
      </p:sp>
      <p:sp>
        <p:nvSpPr>
          <p:cNvPr id="11" name="three-sec-rule-03">
            <a:extLst xmlns:a="http://schemas.openxmlformats.org/drawingml/2006/main">
              <a:ext uri="{FF2B5EF4-FFF2-40B4-BE49-F238E27FC236}">
                <a16:creationId xmlns:a16="http://schemas.microsoft.com/office/drawing/2014/main" id="{11499120-DF42-4F3C-B87C-DD8601E7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07670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CE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588-394">
            <a:extLst xmlns:a="http://schemas.openxmlformats.org/drawingml/2006/main">
              <a:ext uri="{FF2B5EF4-FFF2-40B4-BE49-F238E27FC236}">
                <a16:creationId xmlns:a16="http://schemas.microsoft.com/office/drawing/2014/main" id="{359A2C10-5AF0-4759-9D44-0BBB2751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7528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A30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8A303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text-646-390">
            <a:extLst xmlns:a="http://schemas.openxmlformats.org/drawingml/2006/main">
              <a:ext uri="{FF2B5EF4-FFF2-40B4-BE49-F238E27FC236}">
                <a16:creationId xmlns:a16="http://schemas.microsoft.com/office/drawing/2014/main" id="{BE463953-02D0-46CB-A742-F11F0ADA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14750"/>
            <a:ext cx="525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1416"/>
                </a:solidFill>
                <a:latin typeface="Didot"/>
                <a:ea typeface="Didot"/>
                <a:cs typeface="Didot"/>
              </a:defRPr>
            </a:pPr>
            <a:r>
              <a:rPr sz="1425" b="0" i="0">
                <a:solidFill>
                  <a:srgbClr val="121416"/>
                </a:solidFill>
                <a:latin typeface="Didot"/>
                <a:ea typeface="Didot"/>
                <a:cs typeface="Didot"/>
              </a:rPr>
              <a:t>Socia · StepUp &amp; Company</a:t>
            </a:r>
          </a:p>
        </p:txBody>
      </p:sp>
      <p:sp>
        <p:nvSpPr>
          <p:cNvPr id="14" name="three-sec-rule-04">
            <a:extLst xmlns:a="http://schemas.openxmlformats.org/drawingml/2006/main">
              <a:ext uri="{FF2B5EF4-FFF2-40B4-BE49-F238E27FC236}">
                <a16:creationId xmlns:a16="http://schemas.microsoft.com/office/drawing/2014/main" id="{2A021652-9B5A-4608-8C64-9E04537B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66725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CE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588-456">
            <a:extLst xmlns:a="http://schemas.openxmlformats.org/drawingml/2006/main">
              <a:ext uri="{FF2B5EF4-FFF2-40B4-BE49-F238E27FC236}">
                <a16:creationId xmlns:a16="http://schemas.microsoft.com/office/drawing/2014/main" id="{0DA043DA-E97D-46B1-B5E9-90664312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34340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A30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8A303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6" name="text-646-452">
            <a:extLst xmlns:a="http://schemas.openxmlformats.org/drawingml/2006/main">
              <a:ext uri="{FF2B5EF4-FFF2-40B4-BE49-F238E27FC236}">
                <a16:creationId xmlns:a16="http://schemas.microsoft.com/office/drawing/2014/main" id="{F2229D37-11C9-40E9-B3F7-036CF71A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05300"/>
            <a:ext cx="525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1416"/>
                </a:solidFill>
                <a:latin typeface="Didot"/>
                <a:ea typeface="Didot"/>
                <a:cs typeface="Didot"/>
              </a:defRPr>
            </a:pPr>
            <a:r>
              <a:rPr sz="1425" b="0" i="0">
                <a:solidFill>
                  <a:srgbClr val="121416"/>
                </a:solidFill>
                <a:latin typeface="Didot"/>
                <a:ea typeface="Didot"/>
                <a:cs typeface="Didot"/>
              </a:rPr>
              <a:t>Liderazgo institucional · Relaciones · Expansión</a:t>
            </a:r>
          </a:p>
        </p:txBody>
      </p:sp>
      <p:sp>
        <p:nvSpPr>
          <p:cNvPr id="17" name="three-sec-rule-05">
            <a:extLst xmlns:a="http://schemas.openxmlformats.org/drawingml/2006/main">
              <a:ext uri="{FF2B5EF4-FFF2-40B4-BE49-F238E27FC236}">
                <a16:creationId xmlns:a16="http://schemas.microsoft.com/office/drawing/2014/main" id="{12871D3E-F293-4D36-BCD7-114CB059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25780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CE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588-518">
            <a:extLst xmlns:a="http://schemas.openxmlformats.org/drawingml/2006/main">
              <a:ext uri="{FF2B5EF4-FFF2-40B4-BE49-F238E27FC236}">
                <a16:creationId xmlns:a16="http://schemas.microsoft.com/office/drawing/2014/main" id="{D5EAFC59-1160-49D2-B102-C1DC067F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9339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A30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8A3034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19" name="text-646-514">
            <a:extLst xmlns:a="http://schemas.openxmlformats.org/drawingml/2006/main">
              <a:ext uri="{FF2B5EF4-FFF2-40B4-BE49-F238E27FC236}">
                <a16:creationId xmlns:a16="http://schemas.microsoft.com/office/drawing/2014/main" id="{432489C7-E199-4255-9EF5-ED768934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895850"/>
            <a:ext cx="525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1416"/>
                </a:solidFill>
                <a:latin typeface="Didot"/>
                <a:ea typeface="Didot"/>
                <a:cs typeface="Didot"/>
              </a:defRPr>
            </a:pPr>
            <a:r>
              <a:rPr sz="1425" b="0" i="0">
                <a:solidFill>
                  <a:srgbClr val="121416"/>
                </a:solidFill>
                <a:latin typeface="Didot"/>
                <a:ea typeface="Didot"/>
                <a:cs typeface="Didot"/>
              </a:rPr>
              <a:t>Fotografía documental reconocible</a:t>
            </a:r>
          </a:p>
        </p:txBody>
      </p:sp>
      <p:sp>
        <p:nvSpPr>
          <p:cNvPr id="20" name="mobile-rule">
            <a:extLst xmlns:a="http://schemas.openxmlformats.org/drawingml/2006/main">
              <a:ext uri="{FF2B5EF4-FFF2-40B4-BE49-F238E27FC236}">
                <a16:creationId xmlns:a16="http://schemas.microsoft.com/office/drawing/2014/main" id="{A0D5E75B-97D6-4B0B-97F9-9BB71B6D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84835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73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73B4B"/>
                </a:solidFill>
                <a:latin typeface="Helvetica Neue"/>
                <a:ea typeface="Helvetica Neue"/>
                <a:cs typeface="Helvetica Neue"/>
              </a:rPr>
              <a:t>En teléfono, la foto debe empezar dentro del primer viewport.</a:t>
            </a:r>
          </a:p>
        </p:txBody>
      </p:sp>
      <p:sp>
        <p:nvSpPr>
          <p:cNvPr id="21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96972B79-8A78-4D39-9CB1-302099C6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CE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ooter-name-6">
            <a:extLst xmlns:a="http://schemas.openxmlformats.org/drawingml/2006/main">
              <a:ext uri="{FF2B5EF4-FFF2-40B4-BE49-F238E27FC236}">
                <a16:creationId xmlns:a16="http://schemas.microsoft.com/office/drawing/2014/main" id="{DCB96105-7DE6-4718-863A-6E97121F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46A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646A6D"/>
                </a:solidFill>
                <a:latin typeface="Helvetica Neue"/>
                <a:ea typeface="Helvetica Neue"/>
                <a:cs typeface="Helvetica Neue"/>
              </a:rPr>
              <a:t>NINA QUISINSKI · MANUAL VISUAL V4</a:t>
            </a:r>
          </a:p>
        </p:txBody>
      </p:sp>
      <p:sp>
        <p:nvSpPr>
          <p:cNvPr id="23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5A9CB624-FCFA-4145-A11D-BF49F604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646A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646A6D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038055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14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label-Ritmo de experiencia">
            <a:extLst xmlns:a="http://schemas.openxmlformats.org/drawingml/2006/main">
              <a:ext uri="{FF2B5EF4-FFF2-40B4-BE49-F238E27FC236}">
                <a16:creationId xmlns:a16="http://schemas.microsoft.com/office/drawing/2014/main" id="{D897FB43-28EA-4E1C-9C0E-F233BE70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49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B49A70"/>
                </a:solidFill>
                <a:latin typeface="Helvetica Neue"/>
                <a:ea typeface="Helvetica Neue"/>
                <a:cs typeface="Helvetica Neue"/>
              </a:rPr>
              <a:t>RITMO DE EXPERIENCIA</a:t>
            </a:r>
          </a:p>
        </p:txBody>
      </p:sp>
      <p:sp>
        <p:nvSpPr>
          <p:cNvPr id="2" name="rhythm-title">
            <a:extLst xmlns:a="http://schemas.openxmlformats.org/drawingml/2006/main">
              <a:ext uri="{FF2B5EF4-FFF2-40B4-BE49-F238E27FC236}">
                <a16:creationId xmlns:a16="http://schemas.microsoft.com/office/drawing/2014/main" id="{10B6CA21-7392-490E-935C-58FBA40C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5715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FFDFA"/>
                </a:solidFill>
                <a:latin typeface="Didot"/>
                <a:ea typeface="Didot"/>
                <a:cs typeface="Didot"/>
              </a:defRPr>
            </a:pPr>
            <a:r>
              <a:rPr sz="3600" b="0" i="0">
                <a:solidFill>
                  <a:srgbClr val="FFFDFA"/>
                </a:solidFill>
                <a:latin typeface="Didot"/>
                <a:ea typeface="Didot"/>
                <a:cs typeface="Didot"/>
              </a:rPr>
              <a:t>La luz establece confianza.</a:t>
            </a:r>
          </a:p>
          <a:p xmlns:a="http://schemas.openxmlformats.org/drawingml/2006/main">
            <a:pPr algn="l">
              <a:defRPr sz="3600" b="0" i="0">
                <a:solidFill>
                  <a:srgbClr val="FFFDFA"/>
                </a:solidFill>
                <a:latin typeface="Didot"/>
                <a:ea typeface="Didot"/>
                <a:cs typeface="Didot"/>
              </a:defRPr>
            </a:pPr>
            <a:r>
              <a:rPr sz="3600" b="0" i="0">
                <a:solidFill>
                  <a:srgbClr val="FFFDFA"/>
                </a:solidFill>
                <a:latin typeface="Didot"/>
                <a:ea typeface="Didot"/>
                <a:cs typeface="Didot"/>
              </a:rPr>
              <a:t>La oscuridad concentra poder.</a:t>
            </a:r>
          </a:p>
        </p:txBody>
      </p:sp>
      <p:sp>
        <p:nvSpPr>
          <p:cNvPr id="3" name="rhythm-light">
            <a:extLst xmlns:a="http://schemas.openxmlformats.org/drawingml/2006/main">
              <a:ext uri="{FF2B5EF4-FFF2-40B4-BE49-F238E27FC236}">
                <a16:creationId xmlns:a16="http://schemas.microsoft.com/office/drawing/2014/main" id="{36B2900D-F728-46E5-A236-F8D569ED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333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92-305">
            <a:extLst xmlns:a="http://schemas.openxmlformats.org/drawingml/2006/main">
              <a:ext uri="{FF2B5EF4-FFF2-40B4-BE49-F238E27FC236}">
                <a16:creationId xmlns:a16="http://schemas.microsoft.com/office/drawing/2014/main" id="{028F64DD-6DCC-42B5-A9D6-B4F4D80F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051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A30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8A3034"/>
                </a:solidFill>
                <a:latin typeface="Helvetica Neue"/>
                <a:ea typeface="Helvetica Neue"/>
                <a:cs typeface="Helvetica Neue"/>
              </a:rPr>
              <a:t>MODO CLARO</a:t>
            </a:r>
          </a:p>
        </p:txBody>
      </p:sp>
      <p:sp>
        <p:nvSpPr>
          <p:cNvPr id="5" name="text-92-350">
            <a:extLst xmlns:a="http://schemas.openxmlformats.org/drawingml/2006/main">
              <a:ext uri="{FF2B5EF4-FFF2-40B4-BE49-F238E27FC236}">
                <a16:creationId xmlns:a16="http://schemas.microsoft.com/office/drawing/2014/main" id="{2E72AAA6-D157-4007-AC52-D1C68A26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247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0" i="0">
                <a:solidFill>
                  <a:srgbClr val="121416"/>
                </a:solidFill>
                <a:latin typeface="Didot"/>
                <a:ea typeface="Didot"/>
                <a:cs typeface="Didot"/>
              </a:defRPr>
            </a:pPr>
            <a:r>
              <a:rPr sz="2325" b="0" i="0">
                <a:solidFill>
                  <a:srgbClr val="121416"/>
                </a:solidFill>
                <a:latin typeface="Didot"/>
                <a:ea typeface="Didot"/>
                <a:cs typeface="Didot"/>
              </a:rPr>
              <a:t>Identidad</a:t>
            </a:r>
          </a:p>
          <a:p xmlns:a="http://schemas.openxmlformats.org/drawingml/2006/main">
            <a:pPr algn="l">
              <a:defRPr sz="2325" b="0" i="0">
                <a:solidFill>
                  <a:srgbClr val="121416"/>
                </a:solidFill>
                <a:latin typeface="Didot"/>
                <a:ea typeface="Didot"/>
                <a:cs typeface="Didot"/>
              </a:defRPr>
            </a:pPr>
            <a:r>
              <a:rPr sz="2325" b="0" i="0">
                <a:solidFill>
                  <a:srgbClr val="121416"/>
                </a:solidFill>
                <a:latin typeface="Didot"/>
                <a:ea typeface="Didot"/>
                <a:cs typeface="Didot"/>
              </a:rPr>
              <a:t>Tesis</a:t>
            </a:r>
          </a:p>
          <a:p xmlns:a="http://schemas.openxmlformats.org/drawingml/2006/main">
            <a:pPr algn="l">
              <a:defRPr sz="2325" b="0" i="0">
                <a:solidFill>
                  <a:srgbClr val="121416"/>
                </a:solidFill>
                <a:latin typeface="Didot"/>
                <a:ea typeface="Didot"/>
                <a:cs typeface="Didot"/>
              </a:defRPr>
            </a:pPr>
            <a:r>
              <a:rPr sz="2325" b="0" i="0">
                <a:solidFill>
                  <a:srgbClr val="121416"/>
                </a:solidFill>
                <a:latin typeface="Didot"/>
                <a:ea typeface="Didot"/>
                <a:cs typeface="Didot"/>
              </a:rPr>
              <a:t>Ideas</a:t>
            </a:r>
          </a:p>
          <a:p xmlns:a="http://schemas.openxmlformats.org/drawingml/2006/main">
            <a:pPr algn="l">
              <a:defRPr sz="2325" b="0" i="0">
                <a:solidFill>
                  <a:srgbClr val="121416"/>
                </a:solidFill>
                <a:latin typeface="Didot"/>
                <a:ea typeface="Didot"/>
                <a:cs typeface="Didot"/>
              </a:defRPr>
            </a:pPr>
            <a:r>
              <a:rPr sz="2325" b="0" i="0">
                <a:solidFill>
                  <a:srgbClr val="121416"/>
                </a:solidFill>
                <a:latin typeface="Didot"/>
                <a:ea typeface="Didot"/>
                <a:cs typeface="Didot"/>
              </a:rPr>
              <a:t>Lectura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10fa95b8d9460f"/>
          <a:srcRect xmlns:a="http://schemas.openxmlformats.org/drawingml/2006/main" l="0" t="24400" r="0" b="244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67200" y="2571750"/>
            <a:ext cx="3333750" cy="2667000"/>
          </a:xfrm>
          <a:prstGeom xmlns:a="http://schemas.openxmlformats.org/drawingml/2006/main" prst="rect">
            <a:avLst/>
          </a:prstGeom>
        </p:spPr>
      </p:pic>
      <p:sp>
        <p:nvSpPr>
          <p:cNvPr id="7" name="rhythm-dark">
            <a:extLst xmlns:a="http://schemas.openxmlformats.org/drawingml/2006/main">
              <a:ext uri="{FF2B5EF4-FFF2-40B4-BE49-F238E27FC236}">
                <a16:creationId xmlns:a16="http://schemas.microsoft.com/office/drawing/2014/main" id="{33216004-CC51-4386-B0FB-DF9B9F8A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71750"/>
            <a:ext cx="36576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30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860-305">
            <a:extLst xmlns:a="http://schemas.openxmlformats.org/drawingml/2006/main">
              <a:ext uri="{FF2B5EF4-FFF2-40B4-BE49-F238E27FC236}">
                <a16:creationId xmlns:a16="http://schemas.microsoft.com/office/drawing/2014/main" id="{FF95C1B2-774A-450F-8299-66B8593F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051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D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FFFDFA"/>
                </a:solidFill>
                <a:latin typeface="Helvetica Neue"/>
                <a:ea typeface="Helvetica Neue"/>
                <a:cs typeface="Helvetica Neue"/>
              </a:rPr>
              <a:t>MODO OSCURO</a:t>
            </a:r>
          </a:p>
        </p:txBody>
      </p:sp>
      <p:sp>
        <p:nvSpPr>
          <p:cNvPr id="9" name="text-860-350">
            <a:extLst xmlns:a="http://schemas.openxmlformats.org/drawingml/2006/main">
              <a:ext uri="{FF2B5EF4-FFF2-40B4-BE49-F238E27FC236}">
                <a16:creationId xmlns:a16="http://schemas.microsoft.com/office/drawing/2014/main" id="{324DC299-38B9-4519-8EBE-CF493A37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337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0" i="0">
                <a:solidFill>
                  <a:srgbClr val="FFFDFA"/>
                </a:solidFill>
                <a:latin typeface="Didot"/>
                <a:ea typeface="Didot"/>
                <a:cs typeface="Didot"/>
              </a:defRPr>
            </a:pPr>
            <a:r>
              <a:rPr sz="2325" b="0" i="0">
                <a:solidFill>
                  <a:srgbClr val="FFFDFA"/>
                </a:solidFill>
                <a:latin typeface="Didot"/>
                <a:ea typeface="Didot"/>
                <a:cs typeface="Didot"/>
              </a:rPr>
              <a:t>Presidencia</a:t>
            </a:r>
          </a:p>
          <a:p xmlns:a="http://schemas.openxmlformats.org/drawingml/2006/main">
            <a:pPr algn="l">
              <a:defRPr sz="2325" b="0" i="0">
                <a:solidFill>
                  <a:srgbClr val="FFFDFA"/>
                </a:solidFill>
                <a:latin typeface="Didot"/>
                <a:ea typeface="Didot"/>
                <a:cs typeface="Didot"/>
              </a:defRPr>
            </a:pPr>
            <a:r>
              <a:rPr sz="2325" b="0" i="0">
                <a:solidFill>
                  <a:srgbClr val="FFFDFA"/>
                </a:solidFill>
                <a:latin typeface="Didot"/>
                <a:ea typeface="Didot"/>
                <a:cs typeface="Didot"/>
              </a:rPr>
              <a:t>StepUp</a:t>
            </a:r>
          </a:p>
          <a:p xmlns:a="http://schemas.openxmlformats.org/drawingml/2006/main">
            <a:pPr algn="l">
              <a:defRPr sz="2325" b="0" i="0">
                <a:solidFill>
                  <a:srgbClr val="FFFDFA"/>
                </a:solidFill>
                <a:latin typeface="Didot"/>
                <a:ea typeface="Didot"/>
                <a:cs typeface="Didot"/>
              </a:defRPr>
            </a:pPr>
            <a:r>
              <a:rPr sz="2325" b="0" i="0">
                <a:solidFill>
                  <a:srgbClr val="FFFDFA"/>
                </a:solidFill>
                <a:latin typeface="Didot"/>
                <a:ea typeface="Didot"/>
                <a:cs typeface="Didot"/>
              </a:rPr>
              <a:t>Prensa</a:t>
            </a:r>
          </a:p>
          <a:p xmlns:a="http://schemas.openxmlformats.org/drawingml/2006/main">
            <a:pPr algn="l">
              <a:defRPr sz="2325" b="0" i="0">
                <a:solidFill>
                  <a:srgbClr val="FFFDFA"/>
                </a:solidFill>
                <a:latin typeface="Didot"/>
                <a:ea typeface="Didot"/>
                <a:cs typeface="Didot"/>
              </a:defRPr>
            </a:pPr>
            <a:r>
              <a:rPr sz="2325" b="0" i="0">
                <a:solidFill>
                  <a:srgbClr val="FFFDFA"/>
                </a:solidFill>
                <a:latin typeface="Didot"/>
                <a:ea typeface="Didot"/>
                <a:cs typeface="Didot"/>
              </a:rPr>
              <a:t>Autoridad</a:t>
            </a:r>
          </a:p>
        </p:txBody>
      </p:sp>
      <p:sp>
        <p:nvSpPr>
          <p:cNvPr id="10" name="photo-ratio">
            <a:extLst xmlns:a="http://schemas.openxmlformats.org/drawingml/2006/main">
              <a:ext uri="{FF2B5EF4-FFF2-40B4-BE49-F238E27FC236}">
                <a16:creationId xmlns:a16="http://schemas.microsoft.com/office/drawing/2014/main" id="{9E032B28-7995-4C4D-8B90-DE0087DC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B49A70"/>
                </a:solidFill>
                <a:latin typeface="Didot"/>
                <a:ea typeface="Didot"/>
                <a:cs typeface="Didot"/>
              </a:defRPr>
            </a:pPr>
            <a:r>
              <a:rPr sz="1350" b="0" i="1">
                <a:solidFill>
                  <a:srgbClr val="B49A70"/>
                </a:solidFill>
                <a:latin typeface="Didot"/>
                <a:ea typeface="Didot"/>
                <a:cs typeface="Didot"/>
              </a:rPr>
              <a:t>60% documental · 25% retrato editorial · 15% lifestyle real</a:t>
            </a:r>
          </a:p>
        </p:txBody>
      </p:sp>
      <p:sp>
        <p:nvSpPr>
          <p:cNvPr id="11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686F92F2-D9CB-4CEB-9D7F-1637D006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name-7">
            <a:extLst xmlns:a="http://schemas.openxmlformats.org/drawingml/2006/main">
              <a:ext uri="{FF2B5EF4-FFF2-40B4-BE49-F238E27FC236}">
                <a16:creationId xmlns:a16="http://schemas.microsoft.com/office/drawing/2014/main" id="{93B9E989-702E-4A0E-9AA4-D5D7D62A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8F96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8F9698"/>
                </a:solidFill>
                <a:latin typeface="Helvetica Neue"/>
                <a:ea typeface="Helvetica Neue"/>
                <a:cs typeface="Helvetica Neue"/>
              </a:rPr>
              <a:t>NINA QUISINSKI · MANUAL VISUAL V4</a:t>
            </a:r>
          </a:p>
        </p:txBody>
      </p:sp>
      <p:sp>
        <p:nvSpPr>
          <p:cNvPr id="13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21CCEAC8-C5CB-43C2-A615-F5008759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8F96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8F9698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487920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label-Límites de dirección">
            <a:extLst xmlns:a="http://schemas.openxmlformats.org/drawingml/2006/main">
              <a:ext uri="{FF2B5EF4-FFF2-40B4-BE49-F238E27FC236}">
                <a16:creationId xmlns:a16="http://schemas.microsoft.com/office/drawing/2014/main" id="{5020E71A-647B-4E7F-96C0-74F6202B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A30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8A3034"/>
                </a:solidFill>
                <a:latin typeface="Helvetica Neue"/>
                <a:ea typeface="Helvetica Neue"/>
                <a:cs typeface="Helvetica Neue"/>
              </a:rPr>
              <a:t>LÍMITES DE DIRECCIÓN</a:t>
            </a:r>
          </a:p>
        </p:txBody>
      </p:sp>
      <p:sp>
        <p:nvSpPr>
          <p:cNvPr id="2" name="title-Tomamos el criteri">
            <a:extLst xmlns:a="http://schemas.openxmlformats.org/drawingml/2006/main">
              <a:ext uri="{FF2B5EF4-FFF2-40B4-BE49-F238E27FC236}">
                <a16:creationId xmlns:a16="http://schemas.microsoft.com/office/drawing/2014/main" id="{B93C2D9A-89A0-4105-825D-F36AB3A7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572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121416"/>
                </a:solidFill>
                <a:latin typeface="Didot"/>
                <a:ea typeface="Didot"/>
                <a:cs typeface="Didot"/>
              </a:defRPr>
            </a:pPr>
            <a:r>
              <a:rPr sz="3600" b="0" i="0">
                <a:solidFill>
                  <a:srgbClr val="121416"/>
                </a:solidFill>
                <a:latin typeface="Didot"/>
                <a:ea typeface="Didot"/>
                <a:cs typeface="Didot"/>
              </a:rPr>
              <a:t>Tomamos el criterio. No copiamos la superficie.</a:t>
            </a:r>
          </a:p>
        </p:txBody>
      </p:sp>
      <p:sp>
        <p:nvSpPr>
          <p:cNvPr id="3" name="adopt-field">
            <a:extLst xmlns:a="http://schemas.openxmlformats.org/drawingml/2006/main">
              <a:ext uri="{FF2B5EF4-FFF2-40B4-BE49-F238E27FC236}">
                <a16:creationId xmlns:a16="http://schemas.microsoft.com/office/drawing/2014/main" id="{D1480627-50D7-4744-A42D-3D083DB8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5219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ject-field">
            <a:extLst xmlns:a="http://schemas.openxmlformats.org/drawingml/2006/main">
              <a:ext uri="{FF2B5EF4-FFF2-40B4-BE49-F238E27FC236}">
                <a16:creationId xmlns:a16="http://schemas.microsoft.com/office/drawing/2014/main" id="{650B74C6-5734-4119-A9F7-5D1AF5EA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52650"/>
            <a:ext cx="5219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D3CEC4"/>
            </a:solidFill>
            <a:prstDash val="solid"/>
          </a:ln>
        </p:spPr>
      </p:sp>
      <p:sp>
        <p:nvSpPr>
          <p:cNvPr id="5" name="text-96-260">
            <a:extLst xmlns:a="http://schemas.openxmlformats.org/drawingml/2006/main">
              <a:ext uri="{FF2B5EF4-FFF2-40B4-BE49-F238E27FC236}">
                <a16:creationId xmlns:a16="http://schemas.microsoft.com/office/drawing/2014/main" id="{E364C512-6F33-4BB2-8AAA-1746661A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49A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B49A70"/>
                </a:solidFill>
                <a:latin typeface="Helvetica Neue"/>
                <a:ea typeface="Helvetica Neue"/>
                <a:cs typeface="Helvetica Neue"/>
              </a:rPr>
              <a:t>INCORPORAR</a:t>
            </a:r>
          </a:p>
        </p:txBody>
      </p:sp>
      <p:sp>
        <p:nvSpPr>
          <p:cNvPr id="6" name="adopt-list">
            <a:extLst xmlns:a="http://schemas.openxmlformats.org/drawingml/2006/main">
              <a:ext uri="{FF2B5EF4-FFF2-40B4-BE49-F238E27FC236}">
                <a16:creationId xmlns:a16="http://schemas.microsoft.com/office/drawing/2014/main" id="{FE99B2B1-387A-476D-BE46-FA672DEE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40005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FFDFA"/>
                </a:solidFill>
                <a:latin typeface="Didot"/>
                <a:ea typeface="Didot"/>
                <a:cs typeface="Didot"/>
              </a:defRPr>
            </a:pPr>
            <a:r>
              <a:rPr sz="1875" b="0" i="0">
                <a:solidFill>
                  <a:srgbClr val="FFFDFA"/>
                </a:solidFill>
                <a:latin typeface="Didot"/>
                <a:ea typeface="Didot"/>
                <a:cs typeface="Didot"/>
              </a:rPr>
              <a:t>• aire editorial</a:t>
            </a:r>
          </a:p>
          <a:p xmlns:a="http://schemas.openxmlformats.org/drawingml/2006/main">
            <a:pPr algn="l">
              <a:defRPr sz="1875" b="0" i="0">
                <a:solidFill>
                  <a:srgbClr val="FFFDFA"/>
                </a:solidFill>
                <a:latin typeface="Didot"/>
                <a:ea typeface="Didot"/>
                <a:cs typeface="Didot"/>
              </a:defRPr>
            </a:pPr>
            <a:r>
              <a:rPr sz="1875" b="0" i="0">
                <a:solidFill>
                  <a:srgbClr val="FFFDFA"/>
                </a:solidFill>
                <a:latin typeface="Didot"/>
                <a:ea typeface="Didot"/>
                <a:cs typeface="Didot"/>
              </a:rPr>
              <a:t>• serif de alto contraste</a:t>
            </a:r>
          </a:p>
          <a:p xmlns:a="http://schemas.openxmlformats.org/drawingml/2006/main">
            <a:pPr algn="l">
              <a:defRPr sz="1875" b="0" i="0">
                <a:solidFill>
                  <a:srgbClr val="FFFDFA"/>
                </a:solidFill>
                <a:latin typeface="Didot"/>
                <a:ea typeface="Didot"/>
                <a:cs typeface="Didot"/>
              </a:defRPr>
            </a:pPr>
            <a:r>
              <a:rPr sz="1875" b="0" i="0">
                <a:solidFill>
                  <a:srgbClr val="FFFDFA"/>
                </a:solidFill>
                <a:latin typeface="Didot"/>
                <a:ea typeface="Didot"/>
                <a:cs typeface="Didot"/>
              </a:rPr>
              <a:t>• alternancia claro / oscuro</a:t>
            </a:r>
          </a:p>
          <a:p xmlns:a="http://schemas.openxmlformats.org/drawingml/2006/main">
            <a:pPr algn="l">
              <a:defRPr sz="1875" b="0" i="0">
                <a:solidFill>
                  <a:srgbClr val="FFFDFA"/>
                </a:solidFill>
                <a:latin typeface="Didot"/>
                <a:ea typeface="Didot"/>
                <a:cs typeface="Didot"/>
              </a:defRPr>
            </a:pPr>
            <a:r>
              <a:rPr sz="1875" b="0" i="0">
                <a:solidFill>
                  <a:srgbClr val="FFFDFA"/>
                </a:solidFill>
                <a:latin typeface="Didot"/>
                <a:ea typeface="Didot"/>
                <a:cs typeface="Didot"/>
              </a:rPr>
              <a:t>• fotografía documental</a:t>
            </a:r>
          </a:p>
          <a:p xmlns:a="http://schemas.openxmlformats.org/drawingml/2006/main">
            <a:pPr algn="l">
              <a:defRPr sz="1875" b="0" i="0">
                <a:solidFill>
                  <a:srgbClr val="FFFDFA"/>
                </a:solidFill>
                <a:latin typeface="Didot"/>
                <a:ea typeface="Didot"/>
                <a:cs typeface="Didot"/>
              </a:defRPr>
            </a:pPr>
            <a:r>
              <a:rPr sz="1875" b="0" i="0">
                <a:solidFill>
                  <a:srgbClr val="FFFDFA"/>
                </a:solidFill>
                <a:latin typeface="Didot"/>
                <a:ea typeface="Didot"/>
                <a:cs typeface="Didot"/>
              </a:rPr>
              <a:t>• evidencia con fuente</a:t>
            </a:r>
          </a:p>
        </p:txBody>
      </p:sp>
      <p:sp>
        <p:nvSpPr>
          <p:cNvPr id="7" name="text-700-260">
            <a:extLst xmlns:a="http://schemas.openxmlformats.org/drawingml/2006/main">
              <a:ext uri="{FF2B5EF4-FFF2-40B4-BE49-F238E27FC236}">
                <a16:creationId xmlns:a16="http://schemas.microsoft.com/office/drawing/2014/main" id="{CE25FDEB-64C4-4044-BD92-D96498A8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A30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8A3034"/>
                </a:solidFill>
                <a:latin typeface="Helvetica Neue"/>
                <a:ea typeface="Helvetica Neue"/>
                <a:cs typeface="Helvetica Neue"/>
              </a:rPr>
              <a:t>PROHIBIR</a:t>
            </a:r>
          </a:p>
        </p:txBody>
      </p:sp>
      <p:sp>
        <p:nvSpPr>
          <p:cNvPr id="8" name="reject-list">
            <a:extLst xmlns:a="http://schemas.openxmlformats.org/drawingml/2006/main">
              <a:ext uri="{FF2B5EF4-FFF2-40B4-BE49-F238E27FC236}">
                <a16:creationId xmlns:a16="http://schemas.microsoft.com/office/drawing/2014/main" id="{8A9A6726-286E-44E5-9B11-567E457C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4333875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21416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21416"/>
                </a:solidFill>
                <a:latin typeface="Didot"/>
                <a:ea typeface="Didot"/>
                <a:cs typeface="Didot"/>
              </a:rPr>
              <a:t>• logos y layouts copiados</a:t>
            </a:r>
          </a:p>
          <a:p xmlns:a="http://schemas.openxmlformats.org/drawingml/2006/main">
            <a:pPr algn="l">
              <a:defRPr sz="1800" b="0" i="0">
                <a:solidFill>
                  <a:srgbClr val="121416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21416"/>
                </a:solidFill>
                <a:latin typeface="Didot"/>
                <a:ea typeface="Didot"/>
                <a:cs typeface="Didot"/>
              </a:rPr>
              <a:t>• dorado dominante</a:t>
            </a:r>
          </a:p>
          <a:p xmlns:a="http://schemas.openxmlformats.org/drawingml/2006/main">
            <a:pPr algn="l">
              <a:defRPr sz="1800" b="0" i="0">
                <a:solidFill>
                  <a:srgbClr val="121416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21416"/>
                </a:solidFill>
                <a:latin typeface="Didot"/>
                <a:ea typeface="Didot"/>
                <a:cs typeface="Didot"/>
              </a:rPr>
              <a:t>• script ornamental</a:t>
            </a:r>
          </a:p>
          <a:p xmlns:a="http://schemas.openxmlformats.org/drawingml/2006/main">
            <a:pPr algn="l">
              <a:defRPr sz="1800" b="0" i="0">
                <a:solidFill>
                  <a:srgbClr val="121416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21416"/>
                </a:solidFill>
                <a:latin typeface="Didot"/>
                <a:ea typeface="Didot"/>
                <a:cs typeface="Didot"/>
              </a:rPr>
              <a:t>• cifras no verificadas</a:t>
            </a:r>
          </a:p>
          <a:p xmlns:a="http://schemas.openxmlformats.org/drawingml/2006/main">
            <a:pPr algn="l">
              <a:defRPr sz="1800" b="0" i="0">
                <a:solidFill>
                  <a:srgbClr val="121416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21416"/>
                </a:solidFill>
                <a:latin typeface="Didot"/>
                <a:ea typeface="Didot"/>
                <a:cs typeface="Didot"/>
              </a:rPr>
              <a:t>• lujo genérico o estética de coach</a:t>
            </a:r>
          </a:p>
        </p:txBody>
      </p:sp>
      <p:sp>
        <p:nvSpPr>
          <p:cNvPr id="9" name="rights-rule">
            <a:extLst xmlns:a="http://schemas.openxmlformats.org/drawingml/2006/main">
              <a:ext uri="{FF2B5EF4-FFF2-40B4-BE49-F238E27FC236}">
                <a16:creationId xmlns:a16="http://schemas.microsoft.com/office/drawing/2014/main" id="{C16B310A-B2FD-42DF-B088-B2FC331A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73B4B"/>
                </a:solidFill>
                <a:latin typeface="Helvetica Neue"/>
                <a:ea typeface="Helvetica Neue"/>
                <a:cs typeface="Helvetica Neue"/>
              </a:rPr>
              <a:t>Las referencias orientan la edición. Los activos públicos deben ser originales y autorizados.</a:t>
            </a:r>
          </a:p>
        </p:txBody>
      </p:sp>
      <p:sp>
        <p:nvSpPr>
          <p:cNvPr id="10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99FDA8E3-43FA-4929-A3DA-AB8B55CC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CE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ooter-name-8">
            <a:extLst xmlns:a="http://schemas.openxmlformats.org/drawingml/2006/main">
              <a:ext uri="{FF2B5EF4-FFF2-40B4-BE49-F238E27FC236}">
                <a16:creationId xmlns:a16="http://schemas.microsoft.com/office/drawing/2014/main" id="{92A5FA11-AFA9-4707-A076-76FCD6F3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46A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646A6D"/>
                </a:solidFill>
                <a:latin typeface="Helvetica Neue"/>
                <a:ea typeface="Helvetica Neue"/>
                <a:cs typeface="Helvetica Neue"/>
              </a:rPr>
              <a:t>NINA QUISINSKI · MANUAL VISUAL V4</a:t>
            </a:r>
          </a:p>
        </p:txBody>
      </p:sp>
      <p:sp>
        <p:nvSpPr>
          <p:cNvPr id="12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2D80A2AB-1CA3-4863-9A8C-6DB5C84D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646A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646A6D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362289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49ba739268451a"/>
          <a:srcRect xmlns:a="http://schemas.openxmlformats.org/drawingml/2006/main" l="0" t="615" r="0" b="6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approval-photo-overlay">
            <a:extLst xmlns:a="http://schemas.openxmlformats.org/drawingml/2006/main">
              <a:ext uri="{FF2B5EF4-FFF2-40B4-BE49-F238E27FC236}">
                <a16:creationId xmlns:a16="http://schemas.microsoft.com/office/drawing/2014/main" id="{162919B7-F130-46EF-9FA1-07704B2C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41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label-Gate de aprobación">
            <a:extLst xmlns:a="http://schemas.openxmlformats.org/drawingml/2006/main">
              <a:ext uri="{FF2B5EF4-FFF2-40B4-BE49-F238E27FC236}">
                <a16:creationId xmlns:a16="http://schemas.microsoft.com/office/drawing/2014/main" id="{02C0DF9D-1696-485D-95C5-6F8B0DBE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A30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8A3034"/>
                </a:solidFill>
                <a:latin typeface="Helvetica Neue"/>
                <a:ea typeface="Helvetica Neue"/>
                <a:cs typeface="Helvetica Neue"/>
              </a:rPr>
              <a:t>GATE DE APROBACIÓN</a:t>
            </a:r>
          </a:p>
        </p:txBody>
      </p:sp>
      <p:sp>
        <p:nvSpPr>
          <p:cNvPr id="4" name="approval-title">
            <a:extLst xmlns:a="http://schemas.openxmlformats.org/drawingml/2006/main">
              <a:ext uri="{FF2B5EF4-FFF2-40B4-BE49-F238E27FC236}">
                <a16:creationId xmlns:a16="http://schemas.microsoft.com/office/drawing/2014/main" id="{3A3AB85C-1BFA-4B70-B5E8-C3B0BF1D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6191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0" i="0">
                <a:solidFill>
                  <a:srgbClr val="121416"/>
                </a:solidFill>
                <a:latin typeface="Didot"/>
                <a:ea typeface="Didot"/>
                <a:cs typeface="Didot"/>
              </a:defRPr>
            </a:pPr>
            <a:r>
              <a:rPr sz="3525" b="0" i="0">
                <a:solidFill>
                  <a:srgbClr val="121416"/>
                </a:solidFill>
                <a:latin typeface="Didot"/>
                <a:ea typeface="Didot"/>
                <a:cs typeface="Didot"/>
              </a:rPr>
              <a:t>Aprobar la dirección.</a:t>
            </a:r>
          </a:p>
          <a:p xmlns:a="http://schemas.openxmlformats.org/drawingml/2006/main">
            <a:pPr algn="l">
              <a:defRPr sz="3525" b="0" i="0">
                <a:solidFill>
                  <a:srgbClr val="121416"/>
                </a:solidFill>
                <a:latin typeface="Didot"/>
                <a:ea typeface="Didot"/>
                <a:cs typeface="Didot"/>
              </a:defRPr>
            </a:pPr>
            <a:r>
              <a:rPr sz="3525" b="0" i="0">
                <a:solidFill>
                  <a:srgbClr val="121416"/>
                </a:solidFill>
                <a:latin typeface="Didot"/>
                <a:ea typeface="Didot"/>
                <a:cs typeface="Didot"/>
              </a:rPr>
              <a:t>Después, revisar la landing.</a:t>
            </a:r>
          </a:p>
        </p:txBody>
      </p:sp>
      <p:sp>
        <p:nvSpPr>
          <p:cNvPr id="5" name="approval-dot-0">
            <a:extLst xmlns:a="http://schemas.openxmlformats.org/drawingml/2006/main">
              <a:ext uri="{FF2B5EF4-FFF2-40B4-BE49-F238E27FC236}">
                <a16:creationId xmlns:a16="http://schemas.microsoft.com/office/drawing/2014/main" id="{B46E550C-02B2-4011-80C9-1D98005C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30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94-282">
            <a:extLst xmlns:a="http://schemas.openxmlformats.org/drawingml/2006/main">
              <a:ext uri="{FF2B5EF4-FFF2-40B4-BE49-F238E27FC236}">
                <a16:creationId xmlns:a16="http://schemas.microsoft.com/office/drawing/2014/main" id="{DECB7795-40C6-4C3F-8681-4EBD8114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1416"/>
                </a:solidFill>
                <a:latin typeface="Didot"/>
                <a:ea typeface="Didot"/>
                <a:cs typeface="Didot"/>
              </a:defRPr>
            </a:pPr>
            <a:r>
              <a:rPr sz="1350" b="0" i="0">
                <a:solidFill>
                  <a:srgbClr val="121416"/>
                </a:solidFill>
                <a:latin typeface="Didot"/>
                <a:ea typeface="Didot"/>
                <a:cs typeface="Didot"/>
              </a:rPr>
              <a:t>Concepto</a:t>
            </a:r>
          </a:p>
        </p:txBody>
      </p:sp>
      <p:sp>
        <p:nvSpPr>
          <p:cNvPr id="7" name="approval-dot-1">
            <a:extLst xmlns:a="http://schemas.openxmlformats.org/drawingml/2006/main">
              <a:ext uri="{FF2B5EF4-FFF2-40B4-BE49-F238E27FC236}">
                <a16:creationId xmlns:a16="http://schemas.microsoft.com/office/drawing/2014/main" id="{14A2E147-B47F-4807-BE55-A5A717803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30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94-324">
            <a:extLst xmlns:a="http://schemas.openxmlformats.org/drawingml/2006/main">
              <a:ext uri="{FF2B5EF4-FFF2-40B4-BE49-F238E27FC236}">
                <a16:creationId xmlns:a16="http://schemas.microsoft.com/office/drawing/2014/main" id="{BA029A64-52B2-41D2-BDA5-2217EAE0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861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1416"/>
                </a:solidFill>
                <a:latin typeface="Didot"/>
                <a:ea typeface="Didot"/>
                <a:cs typeface="Didot"/>
              </a:defRPr>
            </a:pPr>
            <a:r>
              <a:rPr sz="1350" b="0" i="0">
                <a:solidFill>
                  <a:srgbClr val="121416"/>
                </a:solidFill>
                <a:latin typeface="Didot"/>
                <a:ea typeface="Didot"/>
                <a:cs typeface="Didot"/>
              </a:rPr>
              <a:t>Paleta</a:t>
            </a:r>
          </a:p>
        </p:txBody>
      </p:sp>
      <p:sp>
        <p:nvSpPr>
          <p:cNvPr id="9" name="approval-dot-2">
            <a:extLst xmlns:a="http://schemas.openxmlformats.org/drawingml/2006/main">
              <a:ext uri="{FF2B5EF4-FFF2-40B4-BE49-F238E27FC236}">
                <a16:creationId xmlns:a16="http://schemas.microsoft.com/office/drawing/2014/main" id="{9DA44218-FE79-43A7-A822-B189F68A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30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94-366">
            <a:extLst xmlns:a="http://schemas.openxmlformats.org/drawingml/2006/main">
              <a:ext uri="{FF2B5EF4-FFF2-40B4-BE49-F238E27FC236}">
                <a16:creationId xmlns:a16="http://schemas.microsoft.com/office/drawing/2014/main" id="{F6D65B46-76F3-493F-8F18-49D23C2E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861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1416"/>
                </a:solidFill>
                <a:latin typeface="Didot"/>
                <a:ea typeface="Didot"/>
                <a:cs typeface="Didot"/>
              </a:defRPr>
            </a:pPr>
            <a:r>
              <a:rPr sz="1350" b="0" i="0">
                <a:solidFill>
                  <a:srgbClr val="121416"/>
                </a:solidFill>
                <a:latin typeface="Didot"/>
                <a:ea typeface="Didot"/>
                <a:cs typeface="Didot"/>
              </a:rPr>
              <a:t>Tipografía</a:t>
            </a:r>
          </a:p>
        </p:txBody>
      </p:sp>
      <p:sp>
        <p:nvSpPr>
          <p:cNvPr id="11" name="approval-dot-3">
            <a:extLst xmlns:a="http://schemas.openxmlformats.org/drawingml/2006/main">
              <a:ext uri="{FF2B5EF4-FFF2-40B4-BE49-F238E27FC236}">
                <a16:creationId xmlns:a16="http://schemas.microsoft.com/office/drawing/2014/main" id="{6E5D4982-7B01-421B-AEEA-EC5A035D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30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94-408">
            <a:extLst xmlns:a="http://schemas.openxmlformats.org/drawingml/2006/main">
              <a:ext uri="{FF2B5EF4-FFF2-40B4-BE49-F238E27FC236}">
                <a16:creationId xmlns:a16="http://schemas.microsoft.com/office/drawing/2014/main" id="{3E2F20B1-D179-454C-A6DC-6AA10134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1416"/>
                </a:solidFill>
                <a:latin typeface="Didot"/>
                <a:ea typeface="Didot"/>
                <a:cs typeface="Didot"/>
              </a:defRPr>
            </a:pPr>
            <a:r>
              <a:rPr sz="1350" b="0" i="0">
                <a:solidFill>
                  <a:srgbClr val="121416"/>
                </a:solidFill>
                <a:latin typeface="Didot"/>
                <a:ea typeface="Didot"/>
                <a:cs typeface="Didot"/>
              </a:rPr>
              <a:t>Wordmark</a:t>
            </a:r>
          </a:p>
        </p:txBody>
      </p:sp>
      <p:sp>
        <p:nvSpPr>
          <p:cNvPr id="13" name="approval-dot-4">
            <a:extLst xmlns:a="http://schemas.openxmlformats.org/drawingml/2006/main">
              <a:ext uri="{FF2B5EF4-FFF2-40B4-BE49-F238E27FC236}">
                <a16:creationId xmlns:a16="http://schemas.microsoft.com/office/drawing/2014/main" id="{FAA1FB9F-B612-4B1C-A2E3-98C761C0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30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94-450">
            <a:extLst xmlns:a="http://schemas.openxmlformats.org/drawingml/2006/main">
              <a:ext uri="{FF2B5EF4-FFF2-40B4-BE49-F238E27FC236}">
                <a16:creationId xmlns:a16="http://schemas.microsoft.com/office/drawing/2014/main" id="{9E49550B-CAB9-4976-A55A-2CA6C4BD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1416"/>
                </a:solidFill>
                <a:latin typeface="Didot"/>
                <a:ea typeface="Didot"/>
                <a:cs typeface="Didot"/>
              </a:defRPr>
            </a:pPr>
            <a:r>
              <a:rPr sz="1350" b="0" i="0">
                <a:solidFill>
                  <a:srgbClr val="121416"/>
                </a:solidFill>
                <a:latin typeface="Didot"/>
                <a:ea typeface="Didot"/>
                <a:cs typeface="Didot"/>
              </a:rPr>
              <a:t>Ritmo claro / oscuro</a:t>
            </a:r>
          </a:p>
        </p:txBody>
      </p:sp>
      <p:sp>
        <p:nvSpPr>
          <p:cNvPr id="15" name="approval-dot-5">
            <a:extLst xmlns:a="http://schemas.openxmlformats.org/drawingml/2006/main">
              <a:ext uri="{FF2B5EF4-FFF2-40B4-BE49-F238E27FC236}">
                <a16:creationId xmlns:a16="http://schemas.microsoft.com/office/drawing/2014/main" id="{AD62229B-5F02-46D6-9E15-1D236D83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30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94-492">
            <a:extLst xmlns:a="http://schemas.openxmlformats.org/drawingml/2006/main">
              <a:ext uri="{FF2B5EF4-FFF2-40B4-BE49-F238E27FC236}">
                <a16:creationId xmlns:a16="http://schemas.microsoft.com/office/drawing/2014/main" id="{A7C35AB6-8A0E-456B-8D36-346B089C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1416"/>
                </a:solidFill>
                <a:latin typeface="Didot"/>
                <a:ea typeface="Didot"/>
                <a:cs typeface="Didot"/>
              </a:defRPr>
            </a:pPr>
            <a:r>
              <a:rPr sz="1350" b="0" i="0">
                <a:solidFill>
                  <a:srgbClr val="121416"/>
                </a:solidFill>
                <a:latin typeface="Didot"/>
                <a:ea typeface="Didot"/>
                <a:cs typeface="Didot"/>
              </a:rPr>
              <a:t>Fotografía</a:t>
            </a:r>
          </a:p>
        </p:txBody>
      </p:sp>
      <p:sp>
        <p:nvSpPr>
          <p:cNvPr id="17" name="approval-dot-6">
            <a:extLst xmlns:a="http://schemas.openxmlformats.org/drawingml/2006/main">
              <a:ext uri="{FF2B5EF4-FFF2-40B4-BE49-F238E27FC236}">
                <a16:creationId xmlns:a16="http://schemas.microsoft.com/office/drawing/2014/main" id="{C9E809EC-45DA-4F96-9FC7-C3ACFBE9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30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94-534">
            <a:extLst xmlns:a="http://schemas.openxmlformats.org/drawingml/2006/main">
              <a:ext uri="{FF2B5EF4-FFF2-40B4-BE49-F238E27FC236}">
                <a16:creationId xmlns:a16="http://schemas.microsoft.com/office/drawing/2014/main" id="{ADD3C4C4-E54A-40F3-9A23-BAF99BD6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863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1416"/>
                </a:solidFill>
                <a:latin typeface="Didot"/>
                <a:ea typeface="Didot"/>
                <a:cs typeface="Didot"/>
              </a:defRPr>
            </a:pPr>
            <a:r>
              <a:rPr sz="1350" b="0" i="0">
                <a:solidFill>
                  <a:srgbClr val="121416"/>
                </a:solidFill>
                <a:latin typeface="Didot"/>
                <a:ea typeface="Didot"/>
                <a:cs typeface="Didot"/>
              </a:rPr>
              <a:t>Jerarquía responsive</a:t>
            </a:r>
          </a:p>
        </p:txBody>
      </p:sp>
      <p:sp>
        <p:nvSpPr>
          <p:cNvPr id="19" name="approval-boundary">
            <a:extLst xmlns:a="http://schemas.openxmlformats.org/drawingml/2006/main">
              <a:ext uri="{FF2B5EF4-FFF2-40B4-BE49-F238E27FC236}">
                <a16:creationId xmlns:a16="http://schemas.microsoft.com/office/drawing/2014/main" id="{36A6D01E-BA9C-4169-9450-2D5DEF3F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A30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8A3034"/>
                </a:solidFill>
                <a:latin typeface="Helvetica Neue"/>
                <a:ea typeface="Helvetica Neue"/>
                <a:cs typeface="Helvetica Neue"/>
              </a:rPr>
              <a:t>La aprobación no autoriza publicación, dominio ni indexación.</a:t>
            </a:r>
          </a:p>
        </p:txBody>
      </p:sp>
      <p:sp>
        <p:nvSpPr>
          <p:cNvPr id="20" name="approval-status">
            <a:extLst xmlns:a="http://schemas.openxmlformats.org/drawingml/2006/main">
              <a:ext uri="{FF2B5EF4-FFF2-40B4-BE49-F238E27FC236}">
                <a16:creationId xmlns:a16="http://schemas.microsoft.com/office/drawing/2014/main" id="{A5AA155C-A26A-4EE2-AB38-67B43A4F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1912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FFFD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FFFDFA"/>
                </a:solidFill>
                <a:latin typeface="Helvetica Neue"/>
                <a:ea typeface="Helvetica Neue"/>
                <a:cs typeface="Helvetica Neue"/>
              </a:rPr>
              <a:t>PENDIENTE DE APROBACIÓN</a:t>
            </a:r>
          </a:p>
        </p:txBody>
      </p:sp>
    </p:spTree>
    <p:extLst>
      <p:ext uri="{BB962C8B-B14F-4D97-AF65-F5344CB8AC3E}">
        <p14:creationId xmlns:p14="http://schemas.microsoft.com/office/powerpoint/2010/main" val="9109684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2026-07-22T22:24:35.0680000Z</dcterms:created>
  <dcterms:modified xsi:type="dcterms:W3CDTF">2026-07-22T22:24:35.0680000Z</dcterms:modified>
</coreProperties>
</file>